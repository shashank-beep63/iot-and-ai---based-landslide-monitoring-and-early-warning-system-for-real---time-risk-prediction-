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3" r:id="rId5"/>
    <p:sldId id="259" r:id="rId6"/>
    <p:sldId id="260" r:id="rId7"/>
    <p:sldId id="261" r:id="rId8"/>
    <p:sldId id="272" r:id="rId9"/>
    <p:sldId id="263" r:id="rId10"/>
    <p:sldId id="264" r:id="rId11"/>
    <p:sldId id="265" r:id="rId12"/>
    <p:sldId id="266" r:id="rId13"/>
    <p:sldId id="274" r:id="rId14"/>
    <p:sldId id="267" r:id="rId15"/>
    <p:sldId id="268" r:id="rId16"/>
    <p:sldId id="269" r:id="rId17"/>
    <p:sldId id="270" r:id="rId18"/>
    <p:sldId id="271" r:id="rId1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300" b="0" i="0">
                <a:solidFill>
                  <a:srgbClr val="006EC0"/>
                </a:solidFill>
                <a:latin typeface="Trebuchet MS"/>
                <a:cs typeface="Trebuchet MS"/>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0" i="0">
                <a:solidFill>
                  <a:srgbClr val="300D0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7998"/>
          </a:xfrm>
          <a:prstGeom prst="rect">
            <a:avLst/>
          </a:prstGeom>
        </p:spPr>
      </p:pic>
      <p:sp>
        <p:nvSpPr>
          <p:cNvPr id="17" name="bg object 17"/>
          <p:cNvSpPr/>
          <p:nvPr/>
        </p:nvSpPr>
        <p:spPr>
          <a:xfrm>
            <a:off x="3047" y="3047"/>
            <a:ext cx="819785" cy="820419"/>
          </a:xfrm>
          <a:custGeom>
            <a:avLst/>
            <a:gdLst/>
            <a:ahLst/>
            <a:cxnLst/>
            <a:rect l="l" t="t" r="r" b="b"/>
            <a:pathLst>
              <a:path w="819785" h="820419">
                <a:moveTo>
                  <a:pt x="819785" y="0"/>
                </a:moveTo>
                <a:lnTo>
                  <a:pt x="505" y="0"/>
                </a:lnTo>
                <a:lnTo>
                  <a:pt x="0" y="819912"/>
                </a:lnTo>
                <a:lnTo>
                  <a:pt x="48642" y="818514"/>
                </a:lnTo>
                <a:lnTo>
                  <a:pt x="96048" y="814451"/>
                </a:lnTo>
                <a:lnTo>
                  <a:pt x="142646" y="807592"/>
                </a:lnTo>
                <a:lnTo>
                  <a:pt x="188353" y="798194"/>
                </a:lnTo>
                <a:lnTo>
                  <a:pt x="233108" y="786384"/>
                </a:lnTo>
                <a:lnTo>
                  <a:pt x="276809" y="772160"/>
                </a:lnTo>
                <a:lnTo>
                  <a:pt x="319405" y="755523"/>
                </a:lnTo>
                <a:lnTo>
                  <a:pt x="360794" y="736600"/>
                </a:lnTo>
                <a:lnTo>
                  <a:pt x="400926" y="715517"/>
                </a:lnTo>
                <a:lnTo>
                  <a:pt x="439712" y="692276"/>
                </a:lnTo>
                <a:lnTo>
                  <a:pt x="477062" y="667003"/>
                </a:lnTo>
                <a:lnTo>
                  <a:pt x="512914" y="639826"/>
                </a:lnTo>
                <a:lnTo>
                  <a:pt x="547192" y="610615"/>
                </a:lnTo>
                <a:lnTo>
                  <a:pt x="579818" y="579754"/>
                </a:lnTo>
                <a:lnTo>
                  <a:pt x="610704" y="547115"/>
                </a:lnTo>
                <a:lnTo>
                  <a:pt x="639787" y="512825"/>
                </a:lnTo>
                <a:lnTo>
                  <a:pt x="666991" y="476885"/>
                </a:lnTo>
                <a:lnTo>
                  <a:pt x="692226" y="439547"/>
                </a:lnTo>
                <a:lnTo>
                  <a:pt x="715429" y="400685"/>
                </a:lnTo>
                <a:lnTo>
                  <a:pt x="736511" y="360552"/>
                </a:lnTo>
                <a:lnTo>
                  <a:pt x="755396" y="319150"/>
                </a:lnTo>
                <a:lnTo>
                  <a:pt x="772020" y="276478"/>
                </a:lnTo>
                <a:lnTo>
                  <a:pt x="786295" y="232791"/>
                </a:lnTo>
                <a:lnTo>
                  <a:pt x="798144" y="187959"/>
                </a:lnTo>
                <a:lnTo>
                  <a:pt x="807491" y="142240"/>
                </a:lnTo>
                <a:lnTo>
                  <a:pt x="814273" y="95630"/>
                </a:lnTo>
                <a:lnTo>
                  <a:pt x="818388" y="48132"/>
                </a:lnTo>
                <a:lnTo>
                  <a:pt x="819785" y="0"/>
                </a:lnTo>
                <a:close/>
              </a:path>
            </a:pathLst>
          </a:custGeom>
          <a:solidFill>
            <a:srgbClr val="FCF8F4">
              <a:alpha val="32940"/>
            </a:srgbClr>
          </a:solidFill>
        </p:spPr>
        <p:txBody>
          <a:bodyPr wrap="square" lIns="0" tIns="0" rIns="0" bIns="0" rtlCol="0"/>
          <a:lstStyle/>
          <a:p>
            <a:endParaRPr/>
          </a:p>
        </p:txBody>
      </p:sp>
      <p:sp>
        <p:nvSpPr>
          <p:cNvPr id="18" name="bg object 18"/>
          <p:cNvSpPr/>
          <p:nvPr/>
        </p:nvSpPr>
        <p:spPr>
          <a:xfrm>
            <a:off x="4572" y="4572"/>
            <a:ext cx="819785" cy="820419"/>
          </a:xfrm>
          <a:custGeom>
            <a:avLst/>
            <a:gdLst/>
            <a:ahLst/>
            <a:cxnLst/>
            <a:rect l="l" t="t" r="r" b="b"/>
            <a:pathLst>
              <a:path w="819785" h="820419">
                <a:moveTo>
                  <a:pt x="819785" y="0"/>
                </a:moveTo>
                <a:lnTo>
                  <a:pt x="818388" y="48132"/>
                </a:lnTo>
                <a:lnTo>
                  <a:pt x="814273" y="95630"/>
                </a:lnTo>
                <a:lnTo>
                  <a:pt x="807491" y="142239"/>
                </a:lnTo>
                <a:lnTo>
                  <a:pt x="798144" y="187959"/>
                </a:lnTo>
                <a:lnTo>
                  <a:pt x="786295" y="232791"/>
                </a:lnTo>
                <a:lnTo>
                  <a:pt x="772020" y="276478"/>
                </a:lnTo>
                <a:lnTo>
                  <a:pt x="755396" y="319150"/>
                </a:lnTo>
                <a:lnTo>
                  <a:pt x="736511" y="360552"/>
                </a:lnTo>
                <a:lnTo>
                  <a:pt x="715429" y="400685"/>
                </a:lnTo>
                <a:lnTo>
                  <a:pt x="692226" y="439547"/>
                </a:lnTo>
                <a:lnTo>
                  <a:pt x="666991" y="476885"/>
                </a:lnTo>
                <a:lnTo>
                  <a:pt x="639787" y="512825"/>
                </a:lnTo>
                <a:lnTo>
                  <a:pt x="610704" y="547115"/>
                </a:lnTo>
                <a:lnTo>
                  <a:pt x="579818" y="579754"/>
                </a:lnTo>
                <a:lnTo>
                  <a:pt x="547192" y="610615"/>
                </a:lnTo>
                <a:lnTo>
                  <a:pt x="512914" y="639826"/>
                </a:lnTo>
                <a:lnTo>
                  <a:pt x="477062" y="667003"/>
                </a:lnTo>
                <a:lnTo>
                  <a:pt x="439712" y="692276"/>
                </a:lnTo>
                <a:lnTo>
                  <a:pt x="400926" y="715517"/>
                </a:lnTo>
                <a:lnTo>
                  <a:pt x="360794" y="736600"/>
                </a:lnTo>
                <a:lnTo>
                  <a:pt x="319405" y="755523"/>
                </a:lnTo>
                <a:lnTo>
                  <a:pt x="276809" y="772160"/>
                </a:lnTo>
                <a:lnTo>
                  <a:pt x="233108" y="786383"/>
                </a:lnTo>
                <a:lnTo>
                  <a:pt x="188353" y="798194"/>
                </a:lnTo>
                <a:lnTo>
                  <a:pt x="142646" y="807592"/>
                </a:lnTo>
                <a:lnTo>
                  <a:pt x="96048" y="814451"/>
                </a:lnTo>
                <a:lnTo>
                  <a:pt x="48642" y="818514"/>
                </a:lnTo>
                <a:lnTo>
                  <a:pt x="505" y="819912"/>
                </a:lnTo>
                <a:lnTo>
                  <a:pt x="336" y="819912"/>
                </a:lnTo>
                <a:lnTo>
                  <a:pt x="168" y="819912"/>
                </a:lnTo>
                <a:lnTo>
                  <a:pt x="0" y="819912"/>
                </a:lnTo>
                <a:lnTo>
                  <a:pt x="505" y="0"/>
                </a:lnTo>
                <a:lnTo>
                  <a:pt x="819785" y="0"/>
                </a:lnTo>
                <a:close/>
              </a:path>
            </a:pathLst>
          </a:custGeom>
          <a:ln w="3175">
            <a:solidFill>
              <a:srgbClr val="D2C39E"/>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128015" y="6095"/>
            <a:ext cx="1783080" cy="1783079"/>
          </a:xfrm>
          <a:prstGeom prst="rect">
            <a:avLst/>
          </a:prstGeom>
        </p:spPr>
      </p:pic>
      <p:sp>
        <p:nvSpPr>
          <p:cNvPr id="20" name="bg object 20"/>
          <p:cNvSpPr/>
          <p:nvPr/>
        </p:nvSpPr>
        <p:spPr>
          <a:xfrm>
            <a:off x="169163" y="22859"/>
            <a:ext cx="1703705" cy="1703705"/>
          </a:xfrm>
          <a:custGeom>
            <a:avLst/>
            <a:gdLst/>
            <a:ahLst/>
            <a:cxnLst/>
            <a:rect l="l" t="t" r="r" b="b"/>
            <a:pathLst>
              <a:path w="1703705" h="1703705">
                <a:moveTo>
                  <a:pt x="0" y="851789"/>
                </a:moveTo>
                <a:lnTo>
                  <a:pt x="1346" y="803529"/>
                </a:lnTo>
                <a:lnTo>
                  <a:pt x="5346" y="755904"/>
                </a:lnTo>
                <a:lnTo>
                  <a:pt x="11925" y="709041"/>
                </a:lnTo>
                <a:lnTo>
                  <a:pt x="21005" y="663067"/>
                </a:lnTo>
                <a:lnTo>
                  <a:pt x="32512" y="617982"/>
                </a:lnTo>
                <a:lnTo>
                  <a:pt x="46393" y="573913"/>
                </a:lnTo>
                <a:lnTo>
                  <a:pt x="62547" y="530860"/>
                </a:lnTo>
                <a:lnTo>
                  <a:pt x="80937" y="488950"/>
                </a:lnTo>
                <a:lnTo>
                  <a:pt x="101460" y="448310"/>
                </a:lnTo>
                <a:lnTo>
                  <a:pt x="124066" y="408940"/>
                </a:lnTo>
                <a:lnTo>
                  <a:pt x="148666" y="370967"/>
                </a:lnTo>
                <a:lnTo>
                  <a:pt x="175196" y="334264"/>
                </a:lnTo>
                <a:lnTo>
                  <a:pt x="203593" y="299212"/>
                </a:lnTo>
                <a:lnTo>
                  <a:pt x="233768" y="265684"/>
                </a:lnTo>
                <a:lnTo>
                  <a:pt x="265658" y="233807"/>
                </a:lnTo>
                <a:lnTo>
                  <a:pt x="299186" y="203581"/>
                </a:lnTo>
                <a:lnTo>
                  <a:pt x="334289" y="175260"/>
                </a:lnTo>
                <a:lnTo>
                  <a:pt x="370890" y="148717"/>
                </a:lnTo>
                <a:lnTo>
                  <a:pt x="408927" y="124079"/>
                </a:lnTo>
                <a:lnTo>
                  <a:pt x="448309" y="101473"/>
                </a:lnTo>
                <a:lnTo>
                  <a:pt x="488975" y="80899"/>
                </a:lnTo>
                <a:lnTo>
                  <a:pt x="530847" y="62611"/>
                </a:lnTo>
                <a:lnTo>
                  <a:pt x="573862" y="46355"/>
                </a:lnTo>
                <a:lnTo>
                  <a:pt x="617956" y="32512"/>
                </a:lnTo>
                <a:lnTo>
                  <a:pt x="663028" y="20955"/>
                </a:lnTo>
                <a:lnTo>
                  <a:pt x="709028" y="11938"/>
                </a:lnTo>
                <a:lnTo>
                  <a:pt x="755878" y="5334"/>
                </a:lnTo>
                <a:lnTo>
                  <a:pt x="803516" y="1397"/>
                </a:lnTo>
                <a:lnTo>
                  <a:pt x="851852" y="0"/>
                </a:lnTo>
                <a:lnTo>
                  <a:pt x="900188" y="1397"/>
                </a:lnTo>
                <a:lnTo>
                  <a:pt x="947813" y="5334"/>
                </a:lnTo>
                <a:lnTo>
                  <a:pt x="994663" y="11938"/>
                </a:lnTo>
                <a:lnTo>
                  <a:pt x="1040663" y="20955"/>
                </a:lnTo>
                <a:lnTo>
                  <a:pt x="1085735" y="32512"/>
                </a:lnTo>
                <a:lnTo>
                  <a:pt x="1129792" y="46355"/>
                </a:lnTo>
                <a:lnTo>
                  <a:pt x="1172845" y="62611"/>
                </a:lnTo>
                <a:lnTo>
                  <a:pt x="1214755" y="80899"/>
                </a:lnTo>
                <a:lnTo>
                  <a:pt x="1255395" y="101473"/>
                </a:lnTo>
                <a:lnTo>
                  <a:pt x="1294764" y="124079"/>
                </a:lnTo>
                <a:lnTo>
                  <a:pt x="1332738" y="148717"/>
                </a:lnTo>
                <a:lnTo>
                  <a:pt x="1369441" y="175260"/>
                </a:lnTo>
                <a:lnTo>
                  <a:pt x="1404493" y="203581"/>
                </a:lnTo>
                <a:lnTo>
                  <a:pt x="1438020" y="233807"/>
                </a:lnTo>
                <a:lnTo>
                  <a:pt x="1469898" y="265684"/>
                </a:lnTo>
                <a:lnTo>
                  <a:pt x="1500124" y="299212"/>
                </a:lnTo>
                <a:lnTo>
                  <a:pt x="1528445" y="334264"/>
                </a:lnTo>
                <a:lnTo>
                  <a:pt x="1554988" y="370967"/>
                </a:lnTo>
                <a:lnTo>
                  <a:pt x="1579626" y="408940"/>
                </a:lnTo>
                <a:lnTo>
                  <a:pt x="1602232" y="448310"/>
                </a:lnTo>
                <a:lnTo>
                  <a:pt x="1622806" y="488950"/>
                </a:lnTo>
                <a:lnTo>
                  <a:pt x="1641094" y="530860"/>
                </a:lnTo>
                <a:lnTo>
                  <a:pt x="1657350" y="573913"/>
                </a:lnTo>
                <a:lnTo>
                  <a:pt x="1671193" y="617982"/>
                </a:lnTo>
                <a:lnTo>
                  <a:pt x="1682750" y="663067"/>
                </a:lnTo>
                <a:lnTo>
                  <a:pt x="1691767" y="709041"/>
                </a:lnTo>
                <a:lnTo>
                  <a:pt x="1698371" y="755904"/>
                </a:lnTo>
                <a:lnTo>
                  <a:pt x="1702308" y="803529"/>
                </a:lnTo>
                <a:lnTo>
                  <a:pt x="1703705" y="851789"/>
                </a:lnTo>
                <a:lnTo>
                  <a:pt x="1702308" y="900176"/>
                </a:lnTo>
                <a:lnTo>
                  <a:pt x="1698371" y="947801"/>
                </a:lnTo>
                <a:lnTo>
                  <a:pt x="1691767" y="994664"/>
                </a:lnTo>
                <a:lnTo>
                  <a:pt x="1682750" y="1040638"/>
                </a:lnTo>
                <a:lnTo>
                  <a:pt x="1671193" y="1085723"/>
                </a:lnTo>
                <a:lnTo>
                  <a:pt x="1657350" y="1129792"/>
                </a:lnTo>
                <a:lnTo>
                  <a:pt x="1641094" y="1172845"/>
                </a:lnTo>
                <a:lnTo>
                  <a:pt x="1622806" y="1214755"/>
                </a:lnTo>
                <a:lnTo>
                  <a:pt x="1602232" y="1255395"/>
                </a:lnTo>
                <a:lnTo>
                  <a:pt x="1579626" y="1294765"/>
                </a:lnTo>
                <a:lnTo>
                  <a:pt x="1554988" y="1332738"/>
                </a:lnTo>
                <a:lnTo>
                  <a:pt x="1528445" y="1369441"/>
                </a:lnTo>
                <a:lnTo>
                  <a:pt x="1500124" y="1404493"/>
                </a:lnTo>
                <a:lnTo>
                  <a:pt x="1469898" y="1438021"/>
                </a:lnTo>
                <a:lnTo>
                  <a:pt x="1438020" y="1469898"/>
                </a:lnTo>
                <a:lnTo>
                  <a:pt x="1404493" y="1500124"/>
                </a:lnTo>
                <a:lnTo>
                  <a:pt x="1369441" y="1528445"/>
                </a:lnTo>
                <a:lnTo>
                  <a:pt x="1332738" y="1554988"/>
                </a:lnTo>
                <a:lnTo>
                  <a:pt x="1294764" y="1579626"/>
                </a:lnTo>
                <a:lnTo>
                  <a:pt x="1255395" y="1602232"/>
                </a:lnTo>
                <a:lnTo>
                  <a:pt x="1214755" y="1622806"/>
                </a:lnTo>
                <a:lnTo>
                  <a:pt x="1172845" y="1641094"/>
                </a:lnTo>
                <a:lnTo>
                  <a:pt x="1129792" y="1657350"/>
                </a:lnTo>
                <a:lnTo>
                  <a:pt x="1085735" y="1671193"/>
                </a:lnTo>
                <a:lnTo>
                  <a:pt x="1040663" y="1682750"/>
                </a:lnTo>
                <a:lnTo>
                  <a:pt x="994663" y="1691767"/>
                </a:lnTo>
                <a:lnTo>
                  <a:pt x="947813" y="1698371"/>
                </a:lnTo>
                <a:lnTo>
                  <a:pt x="900188" y="1702308"/>
                </a:lnTo>
                <a:lnTo>
                  <a:pt x="851852" y="1703705"/>
                </a:lnTo>
                <a:lnTo>
                  <a:pt x="803516" y="1702308"/>
                </a:lnTo>
                <a:lnTo>
                  <a:pt x="755878" y="1698371"/>
                </a:lnTo>
                <a:lnTo>
                  <a:pt x="709028" y="1691767"/>
                </a:lnTo>
                <a:lnTo>
                  <a:pt x="663028" y="1682750"/>
                </a:lnTo>
                <a:lnTo>
                  <a:pt x="617956" y="1671193"/>
                </a:lnTo>
                <a:lnTo>
                  <a:pt x="573862" y="1657350"/>
                </a:lnTo>
                <a:lnTo>
                  <a:pt x="530847" y="1641094"/>
                </a:lnTo>
                <a:lnTo>
                  <a:pt x="488975" y="1622806"/>
                </a:lnTo>
                <a:lnTo>
                  <a:pt x="448309" y="1602232"/>
                </a:lnTo>
                <a:lnTo>
                  <a:pt x="408927" y="1579626"/>
                </a:lnTo>
                <a:lnTo>
                  <a:pt x="370890" y="1554988"/>
                </a:lnTo>
                <a:lnTo>
                  <a:pt x="334289" y="1528445"/>
                </a:lnTo>
                <a:lnTo>
                  <a:pt x="299186" y="1500124"/>
                </a:lnTo>
                <a:lnTo>
                  <a:pt x="265658" y="1469898"/>
                </a:lnTo>
                <a:lnTo>
                  <a:pt x="233768" y="1438021"/>
                </a:lnTo>
                <a:lnTo>
                  <a:pt x="203593" y="1404493"/>
                </a:lnTo>
                <a:lnTo>
                  <a:pt x="175196" y="1369441"/>
                </a:lnTo>
                <a:lnTo>
                  <a:pt x="148666" y="1332738"/>
                </a:lnTo>
                <a:lnTo>
                  <a:pt x="124066" y="1294765"/>
                </a:lnTo>
                <a:lnTo>
                  <a:pt x="101460" y="1255395"/>
                </a:lnTo>
                <a:lnTo>
                  <a:pt x="80937" y="1214755"/>
                </a:lnTo>
                <a:lnTo>
                  <a:pt x="62547" y="1172845"/>
                </a:lnTo>
                <a:lnTo>
                  <a:pt x="46393" y="1129792"/>
                </a:lnTo>
                <a:lnTo>
                  <a:pt x="32512" y="1085723"/>
                </a:lnTo>
                <a:lnTo>
                  <a:pt x="21005" y="1040638"/>
                </a:lnTo>
                <a:lnTo>
                  <a:pt x="11925" y="994664"/>
                </a:lnTo>
                <a:lnTo>
                  <a:pt x="5346" y="947801"/>
                </a:lnTo>
                <a:lnTo>
                  <a:pt x="1346" y="900176"/>
                </a:lnTo>
                <a:lnTo>
                  <a:pt x="0" y="851789"/>
                </a:lnTo>
                <a:close/>
              </a:path>
            </a:pathLst>
          </a:custGeom>
          <a:ln w="27432">
            <a:solidFill>
              <a:srgbClr val="FFF6DB"/>
            </a:solidFill>
          </a:ln>
        </p:spPr>
        <p:txBody>
          <a:bodyPr wrap="square" lIns="0" tIns="0" rIns="0" bIns="0" rtlCol="0"/>
          <a:lstStyle/>
          <a:p>
            <a:endParaRPr/>
          </a:p>
        </p:txBody>
      </p:sp>
      <p:pic>
        <p:nvPicPr>
          <p:cNvPr id="21" name="bg object 21"/>
          <p:cNvPicPr/>
          <p:nvPr/>
        </p:nvPicPr>
        <p:blipFill>
          <a:blip r:embed="rId4" cstate="print"/>
          <a:stretch>
            <a:fillRect/>
          </a:stretch>
        </p:blipFill>
        <p:spPr>
          <a:xfrm>
            <a:off x="173736" y="1045463"/>
            <a:ext cx="1152144" cy="1149096"/>
          </a:xfrm>
          <a:prstGeom prst="rect">
            <a:avLst/>
          </a:prstGeom>
        </p:spPr>
      </p:pic>
      <p:pic>
        <p:nvPicPr>
          <p:cNvPr id="22" name="bg object 22"/>
          <p:cNvPicPr/>
          <p:nvPr/>
        </p:nvPicPr>
        <p:blipFill>
          <a:blip r:embed="rId5" cstate="print"/>
          <a:stretch>
            <a:fillRect/>
          </a:stretch>
        </p:blipFill>
        <p:spPr>
          <a:xfrm>
            <a:off x="185928" y="1051560"/>
            <a:ext cx="1118616" cy="1109472"/>
          </a:xfrm>
          <a:prstGeom prst="rect">
            <a:avLst/>
          </a:prstGeom>
        </p:spPr>
      </p:pic>
      <p:sp>
        <p:nvSpPr>
          <p:cNvPr id="23" name="bg object 23"/>
          <p:cNvSpPr/>
          <p:nvPr/>
        </p:nvSpPr>
        <p:spPr>
          <a:xfrm>
            <a:off x="185928" y="1051560"/>
            <a:ext cx="1118870" cy="1109345"/>
          </a:xfrm>
          <a:custGeom>
            <a:avLst/>
            <a:gdLst/>
            <a:ahLst/>
            <a:cxnLst/>
            <a:rect l="l" t="t" r="r" b="b"/>
            <a:pathLst>
              <a:path w="1118870" h="1109345">
                <a:moveTo>
                  <a:pt x="118668" y="204215"/>
                </a:moveTo>
                <a:lnTo>
                  <a:pt x="150012" y="168401"/>
                </a:lnTo>
                <a:lnTo>
                  <a:pt x="183781" y="135889"/>
                </a:lnTo>
                <a:lnTo>
                  <a:pt x="219773" y="106934"/>
                </a:lnTo>
                <a:lnTo>
                  <a:pt x="257733" y="81279"/>
                </a:lnTo>
                <a:lnTo>
                  <a:pt x="297434" y="59181"/>
                </a:lnTo>
                <a:lnTo>
                  <a:pt x="338632" y="40512"/>
                </a:lnTo>
                <a:lnTo>
                  <a:pt x="381101" y="25273"/>
                </a:lnTo>
                <a:lnTo>
                  <a:pt x="424599" y="13588"/>
                </a:lnTo>
                <a:lnTo>
                  <a:pt x="468884" y="5461"/>
                </a:lnTo>
                <a:lnTo>
                  <a:pt x="513740" y="888"/>
                </a:lnTo>
                <a:lnTo>
                  <a:pt x="558914" y="0"/>
                </a:lnTo>
                <a:lnTo>
                  <a:pt x="604177" y="2666"/>
                </a:lnTo>
                <a:lnTo>
                  <a:pt x="649287" y="9016"/>
                </a:lnTo>
                <a:lnTo>
                  <a:pt x="694016" y="18923"/>
                </a:lnTo>
                <a:lnTo>
                  <a:pt x="738124" y="32638"/>
                </a:lnTo>
                <a:lnTo>
                  <a:pt x="781380" y="49911"/>
                </a:lnTo>
                <a:lnTo>
                  <a:pt x="823544" y="71119"/>
                </a:lnTo>
                <a:lnTo>
                  <a:pt x="864387" y="96012"/>
                </a:lnTo>
                <a:lnTo>
                  <a:pt x="903655" y="124587"/>
                </a:lnTo>
                <a:lnTo>
                  <a:pt x="940409" y="156463"/>
                </a:lnTo>
                <a:lnTo>
                  <a:pt x="973797" y="190626"/>
                </a:lnTo>
                <a:lnTo>
                  <a:pt x="1003808" y="226822"/>
                </a:lnTo>
                <a:lnTo>
                  <a:pt x="1030389" y="265049"/>
                </a:lnTo>
                <a:lnTo>
                  <a:pt x="1053541" y="304926"/>
                </a:lnTo>
                <a:lnTo>
                  <a:pt x="1073213" y="346075"/>
                </a:lnTo>
                <a:lnTo>
                  <a:pt x="1089406" y="388619"/>
                </a:lnTo>
                <a:lnTo>
                  <a:pt x="1101979" y="431926"/>
                </a:lnTo>
                <a:lnTo>
                  <a:pt x="1111123" y="475995"/>
                </a:lnTo>
                <a:lnTo>
                  <a:pt x="1116584" y="520573"/>
                </a:lnTo>
                <a:lnTo>
                  <a:pt x="1118489" y="565403"/>
                </a:lnTo>
                <a:lnTo>
                  <a:pt x="1116711" y="610235"/>
                </a:lnTo>
                <a:lnTo>
                  <a:pt x="1111250" y="654938"/>
                </a:lnTo>
                <a:lnTo>
                  <a:pt x="1102106" y="699135"/>
                </a:lnTo>
                <a:lnTo>
                  <a:pt x="1089279" y="742568"/>
                </a:lnTo>
                <a:lnTo>
                  <a:pt x="1072578" y="785113"/>
                </a:lnTo>
                <a:lnTo>
                  <a:pt x="1052156" y="826515"/>
                </a:lnTo>
                <a:lnTo>
                  <a:pt x="1027912" y="866520"/>
                </a:lnTo>
                <a:lnTo>
                  <a:pt x="999820" y="904875"/>
                </a:lnTo>
                <a:lnTo>
                  <a:pt x="968476" y="940688"/>
                </a:lnTo>
                <a:lnTo>
                  <a:pt x="934694" y="973074"/>
                </a:lnTo>
                <a:lnTo>
                  <a:pt x="898715" y="1002156"/>
                </a:lnTo>
                <a:lnTo>
                  <a:pt x="860755" y="1027684"/>
                </a:lnTo>
                <a:lnTo>
                  <a:pt x="821055" y="1049909"/>
                </a:lnTo>
                <a:lnTo>
                  <a:pt x="779856" y="1068577"/>
                </a:lnTo>
                <a:lnTo>
                  <a:pt x="737387" y="1083817"/>
                </a:lnTo>
                <a:lnTo>
                  <a:pt x="693889" y="1095375"/>
                </a:lnTo>
                <a:lnTo>
                  <a:pt x="649605" y="1103502"/>
                </a:lnTo>
                <a:lnTo>
                  <a:pt x="604748" y="1108075"/>
                </a:lnTo>
                <a:lnTo>
                  <a:pt x="559574" y="1109090"/>
                </a:lnTo>
                <a:lnTo>
                  <a:pt x="514324" y="1106424"/>
                </a:lnTo>
                <a:lnTo>
                  <a:pt x="469201" y="1100074"/>
                </a:lnTo>
                <a:lnTo>
                  <a:pt x="424472" y="1090167"/>
                </a:lnTo>
                <a:lnTo>
                  <a:pt x="380365" y="1076452"/>
                </a:lnTo>
                <a:lnTo>
                  <a:pt x="337108" y="1059179"/>
                </a:lnTo>
                <a:lnTo>
                  <a:pt x="294944" y="1038098"/>
                </a:lnTo>
                <a:lnTo>
                  <a:pt x="254101" y="1013205"/>
                </a:lnTo>
                <a:lnTo>
                  <a:pt x="214820" y="984503"/>
                </a:lnTo>
                <a:lnTo>
                  <a:pt x="178079" y="952753"/>
                </a:lnTo>
                <a:lnTo>
                  <a:pt x="144678" y="918590"/>
                </a:lnTo>
                <a:lnTo>
                  <a:pt x="114681" y="882268"/>
                </a:lnTo>
                <a:lnTo>
                  <a:pt x="88087" y="844168"/>
                </a:lnTo>
                <a:lnTo>
                  <a:pt x="64935" y="804290"/>
                </a:lnTo>
                <a:lnTo>
                  <a:pt x="45262" y="763015"/>
                </a:lnTo>
                <a:lnTo>
                  <a:pt x="29095" y="720598"/>
                </a:lnTo>
                <a:lnTo>
                  <a:pt x="16446" y="677163"/>
                </a:lnTo>
                <a:lnTo>
                  <a:pt x="7366" y="633094"/>
                </a:lnTo>
                <a:lnTo>
                  <a:pt x="1879" y="588517"/>
                </a:lnTo>
                <a:lnTo>
                  <a:pt x="0" y="543687"/>
                </a:lnTo>
                <a:lnTo>
                  <a:pt x="1765" y="498855"/>
                </a:lnTo>
                <a:lnTo>
                  <a:pt x="7213" y="454278"/>
                </a:lnTo>
                <a:lnTo>
                  <a:pt x="16357" y="410082"/>
                </a:lnTo>
                <a:lnTo>
                  <a:pt x="29248" y="366522"/>
                </a:lnTo>
                <a:lnTo>
                  <a:pt x="45885" y="323976"/>
                </a:lnTo>
                <a:lnTo>
                  <a:pt x="66319" y="282575"/>
                </a:lnTo>
                <a:lnTo>
                  <a:pt x="90576" y="242569"/>
                </a:lnTo>
                <a:lnTo>
                  <a:pt x="118668" y="204215"/>
                </a:lnTo>
                <a:close/>
              </a:path>
              <a:path w="1118870" h="1109345">
                <a:moveTo>
                  <a:pt x="220802" y="285368"/>
                </a:moveTo>
                <a:lnTo>
                  <a:pt x="194144" y="322706"/>
                </a:lnTo>
                <a:lnTo>
                  <a:pt x="172211" y="362076"/>
                </a:lnTo>
                <a:lnTo>
                  <a:pt x="154952" y="402843"/>
                </a:lnTo>
                <a:lnTo>
                  <a:pt x="142341" y="444880"/>
                </a:lnTo>
                <a:lnTo>
                  <a:pt x="134315" y="487806"/>
                </a:lnTo>
                <a:lnTo>
                  <a:pt x="130835" y="531113"/>
                </a:lnTo>
                <a:lnTo>
                  <a:pt x="131851" y="574675"/>
                </a:lnTo>
                <a:lnTo>
                  <a:pt x="137312" y="617854"/>
                </a:lnTo>
                <a:lnTo>
                  <a:pt x="147180" y="660526"/>
                </a:lnTo>
                <a:lnTo>
                  <a:pt x="161417" y="702182"/>
                </a:lnTo>
                <a:lnTo>
                  <a:pt x="179958" y="742441"/>
                </a:lnTo>
                <a:lnTo>
                  <a:pt x="202768" y="781050"/>
                </a:lnTo>
                <a:lnTo>
                  <a:pt x="229793" y="817499"/>
                </a:lnTo>
                <a:lnTo>
                  <a:pt x="260997" y="851535"/>
                </a:lnTo>
                <a:lnTo>
                  <a:pt x="296341" y="882776"/>
                </a:lnTo>
                <a:lnTo>
                  <a:pt x="334759" y="910209"/>
                </a:lnTo>
                <a:lnTo>
                  <a:pt x="375005" y="932941"/>
                </a:lnTo>
                <a:lnTo>
                  <a:pt x="416712" y="951102"/>
                </a:lnTo>
                <a:lnTo>
                  <a:pt x="459524" y="964691"/>
                </a:lnTo>
                <a:lnTo>
                  <a:pt x="503047" y="973836"/>
                </a:lnTo>
                <a:lnTo>
                  <a:pt x="546938" y="978407"/>
                </a:lnTo>
                <a:lnTo>
                  <a:pt x="590829" y="978535"/>
                </a:lnTo>
                <a:lnTo>
                  <a:pt x="634339" y="974343"/>
                </a:lnTo>
                <a:lnTo>
                  <a:pt x="677113" y="965580"/>
                </a:lnTo>
                <a:lnTo>
                  <a:pt x="718781" y="952626"/>
                </a:lnTo>
                <a:lnTo>
                  <a:pt x="758977" y="935354"/>
                </a:lnTo>
                <a:lnTo>
                  <a:pt x="797331" y="913764"/>
                </a:lnTo>
                <a:lnTo>
                  <a:pt x="833475" y="887984"/>
                </a:lnTo>
                <a:lnTo>
                  <a:pt x="867054" y="857885"/>
                </a:lnTo>
                <a:lnTo>
                  <a:pt x="897686" y="823722"/>
                </a:lnTo>
                <a:lnTo>
                  <a:pt x="924344" y="786384"/>
                </a:lnTo>
                <a:lnTo>
                  <a:pt x="946277" y="747140"/>
                </a:lnTo>
                <a:lnTo>
                  <a:pt x="963536" y="706247"/>
                </a:lnTo>
                <a:lnTo>
                  <a:pt x="976147" y="664210"/>
                </a:lnTo>
                <a:lnTo>
                  <a:pt x="984173" y="621284"/>
                </a:lnTo>
                <a:lnTo>
                  <a:pt x="987666" y="577976"/>
                </a:lnTo>
                <a:lnTo>
                  <a:pt x="986650" y="534415"/>
                </a:lnTo>
                <a:lnTo>
                  <a:pt x="981176" y="491236"/>
                </a:lnTo>
                <a:lnTo>
                  <a:pt x="971308" y="448690"/>
                </a:lnTo>
                <a:lnTo>
                  <a:pt x="957084" y="407035"/>
                </a:lnTo>
                <a:lnTo>
                  <a:pt x="938542" y="366775"/>
                </a:lnTo>
                <a:lnTo>
                  <a:pt x="915733" y="328167"/>
                </a:lnTo>
                <a:lnTo>
                  <a:pt x="888695" y="291718"/>
                </a:lnTo>
                <a:lnTo>
                  <a:pt x="857491" y="257555"/>
                </a:lnTo>
                <a:lnTo>
                  <a:pt x="822159" y="226313"/>
                </a:lnTo>
                <a:lnTo>
                  <a:pt x="783742" y="199009"/>
                </a:lnTo>
                <a:lnTo>
                  <a:pt x="743483" y="176149"/>
                </a:lnTo>
                <a:lnTo>
                  <a:pt x="701776" y="157987"/>
                </a:lnTo>
                <a:lnTo>
                  <a:pt x="658977" y="144399"/>
                </a:lnTo>
                <a:lnTo>
                  <a:pt x="615442" y="135381"/>
                </a:lnTo>
                <a:lnTo>
                  <a:pt x="571550" y="130810"/>
                </a:lnTo>
                <a:lnTo>
                  <a:pt x="527659" y="130555"/>
                </a:lnTo>
                <a:lnTo>
                  <a:pt x="484149" y="134874"/>
                </a:lnTo>
                <a:lnTo>
                  <a:pt x="441375" y="143510"/>
                </a:lnTo>
                <a:lnTo>
                  <a:pt x="399707" y="156590"/>
                </a:lnTo>
                <a:lnTo>
                  <a:pt x="359511" y="173862"/>
                </a:lnTo>
                <a:lnTo>
                  <a:pt x="321157" y="195452"/>
                </a:lnTo>
                <a:lnTo>
                  <a:pt x="285013" y="221234"/>
                </a:lnTo>
                <a:lnTo>
                  <a:pt x="251434" y="251205"/>
                </a:lnTo>
                <a:lnTo>
                  <a:pt x="220802" y="285368"/>
                </a:lnTo>
                <a:close/>
              </a:path>
            </a:pathLst>
          </a:custGeom>
          <a:ln w="6096">
            <a:solidFill>
              <a:srgbClr val="C5B791"/>
            </a:solidFill>
          </a:ln>
        </p:spPr>
        <p:txBody>
          <a:bodyPr wrap="square" lIns="0" tIns="0" rIns="0" bIns="0" rtlCol="0"/>
          <a:lstStyle/>
          <a:p>
            <a:endParaRPr/>
          </a:p>
        </p:txBody>
      </p:sp>
      <p:sp>
        <p:nvSpPr>
          <p:cNvPr id="24" name="bg object 24"/>
          <p:cNvSpPr/>
          <p:nvPr/>
        </p:nvSpPr>
        <p:spPr>
          <a:xfrm>
            <a:off x="1014983" y="0"/>
            <a:ext cx="8129270" cy="6858000"/>
          </a:xfrm>
          <a:custGeom>
            <a:avLst/>
            <a:gdLst/>
            <a:ahLst/>
            <a:cxnLst/>
            <a:rect l="l" t="t" r="r" b="b"/>
            <a:pathLst>
              <a:path w="8129270" h="6858000">
                <a:moveTo>
                  <a:pt x="8129016" y="0"/>
                </a:moveTo>
                <a:lnTo>
                  <a:pt x="0" y="0"/>
                </a:lnTo>
                <a:lnTo>
                  <a:pt x="0" y="6858000"/>
                </a:lnTo>
                <a:lnTo>
                  <a:pt x="8129016" y="6858000"/>
                </a:lnTo>
                <a:lnTo>
                  <a:pt x="8129016" y="0"/>
                </a:lnTo>
                <a:close/>
              </a:path>
            </a:pathLst>
          </a:custGeom>
          <a:solidFill>
            <a:srgbClr val="FFFFFF"/>
          </a:solidFill>
        </p:spPr>
        <p:txBody>
          <a:bodyPr wrap="square" lIns="0" tIns="0" rIns="0" bIns="0" rtlCol="0"/>
          <a:lstStyle/>
          <a:p>
            <a:endParaRPr/>
          </a:p>
        </p:txBody>
      </p:sp>
      <p:pic>
        <p:nvPicPr>
          <p:cNvPr id="25" name="bg object 25"/>
          <p:cNvPicPr/>
          <p:nvPr/>
        </p:nvPicPr>
        <p:blipFill>
          <a:blip r:embed="rId6" cstate="print"/>
          <a:stretch>
            <a:fillRect/>
          </a:stretch>
        </p:blipFill>
        <p:spPr>
          <a:xfrm>
            <a:off x="935736" y="0"/>
            <a:ext cx="149352" cy="6857998"/>
          </a:xfrm>
          <a:prstGeom prst="rect">
            <a:avLst/>
          </a:prstGeom>
        </p:spPr>
      </p:pic>
      <p:sp>
        <p:nvSpPr>
          <p:cNvPr id="26" name="bg object 26"/>
          <p:cNvSpPr/>
          <p:nvPr/>
        </p:nvSpPr>
        <p:spPr>
          <a:xfrm>
            <a:off x="1014983" y="0"/>
            <a:ext cx="73025" cy="6858000"/>
          </a:xfrm>
          <a:custGeom>
            <a:avLst/>
            <a:gdLst/>
            <a:ahLst/>
            <a:cxnLst/>
            <a:rect l="l" t="t" r="r" b="b"/>
            <a:pathLst>
              <a:path w="73025" h="6858000">
                <a:moveTo>
                  <a:pt x="72649" y="0"/>
                </a:moveTo>
                <a:lnTo>
                  <a:pt x="0" y="0"/>
                </a:lnTo>
                <a:lnTo>
                  <a:pt x="0" y="6858000"/>
                </a:lnTo>
                <a:lnTo>
                  <a:pt x="72649" y="6858000"/>
                </a:lnTo>
                <a:lnTo>
                  <a:pt x="72649" y="0"/>
                </a:lnTo>
                <a:close/>
              </a:path>
            </a:pathLst>
          </a:custGeom>
          <a:solidFill>
            <a:srgbClr val="FFFFFF"/>
          </a:solidFill>
        </p:spPr>
        <p:txBody>
          <a:bodyPr wrap="square" lIns="0" tIns="0" rIns="0" bIns="0" rtlCol="0"/>
          <a:lstStyle/>
          <a:p>
            <a:endParaRPr/>
          </a:p>
        </p:txBody>
      </p:sp>
      <p:pic>
        <p:nvPicPr>
          <p:cNvPr id="27" name="bg object 27"/>
          <p:cNvPicPr/>
          <p:nvPr/>
        </p:nvPicPr>
        <p:blipFill>
          <a:blip r:embed="rId7" cstate="print"/>
          <a:stretch>
            <a:fillRect/>
          </a:stretch>
        </p:blipFill>
        <p:spPr>
          <a:xfrm>
            <a:off x="923544" y="1414271"/>
            <a:ext cx="210312" cy="210312"/>
          </a:xfrm>
          <a:prstGeom prst="rect">
            <a:avLst/>
          </a:prstGeom>
        </p:spPr>
      </p:pic>
      <p:pic>
        <p:nvPicPr>
          <p:cNvPr id="28" name="bg object 28"/>
          <p:cNvPicPr/>
          <p:nvPr/>
        </p:nvPicPr>
        <p:blipFill>
          <a:blip r:embed="rId8" cstate="print"/>
          <a:stretch>
            <a:fillRect/>
          </a:stretch>
        </p:blipFill>
        <p:spPr>
          <a:xfrm>
            <a:off x="920496" y="1341120"/>
            <a:ext cx="304800" cy="286512"/>
          </a:xfrm>
          <a:prstGeom prst="rect">
            <a:avLst/>
          </a:prstGeom>
        </p:spPr>
      </p:pic>
      <p:sp>
        <p:nvSpPr>
          <p:cNvPr id="2" name="Holder 2"/>
          <p:cNvSpPr>
            <a:spLocks noGrp="1"/>
          </p:cNvSpPr>
          <p:nvPr>
            <p:ph type="title"/>
          </p:nvPr>
        </p:nvSpPr>
        <p:spPr/>
        <p:txBody>
          <a:bodyPr lIns="0" tIns="0" rIns="0" bIns="0"/>
          <a:lstStyle>
            <a:lvl1pPr>
              <a:defRPr sz="4300" b="0" i="0">
                <a:solidFill>
                  <a:srgbClr val="006EC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000" b="0" i="0">
                <a:solidFill>
                  <a:srgbClr val="300D0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rgbClr val="006EC0"/>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7998"/>
          </a:xfrm>
          <a:prstGeom prst="rect">
            <a:avLst/>
          </a:prstGeom>
        </p:spPr>
      </p:pic>
      <p:sp>
        <p:nvSpPr>
          <p:cNvPr id="17" name="bg object 17"/>
          <p:cNvSpPr/>
          <p:nvPr/>
        </p:nvSpPr>
        <p:spPr>
          <a:xfrm>
            <a:off x="3047" y="3047"/>
            <a:ext cx="819785" cy="820419"/>
          </a:xfrm>
          <a:custGeom>
            <a:avLst/>
            <a:gdLst/>
            <a:ahLst/>
            <a:cxnLst/>
            <a:rect l="l" t="t" r="r" b="b"/>
            <a:pathLst>
              <a:path w="819785" h="820419">
                <a:moveTo>
                  <a:pt x="819785" y="0"/>
                </a:moveTo>
                <a:lnTo>
                  <a:pt x="505" y="0"/>
                </a:lnTo>
                <a:lnTo>
                  <a:pt x="0" y="819912"/>
                </a:lnTo>
                <a:lnTo>
                  <a:pt x="48642" y="818514"/>
                </a:lnTo>
                <a:lnTo>
                  <a:pt x="96048" y="814451"/>
                </a:lnTo>
                <a:lnTo>
                  <a:pt x="142646" y="807592"/>
                </a:lnTo>
                <a:lnTo>
                  <a:pt x="188353" y="798194"/>
                </a:lnTo>
                <a:lnTo>
                  <a:pt x="233108" y="786384"/>
                </a:lnTo>
                <a:lnTo>
                  <a:pt x="276809" y="772160"/>
                </a:lnTo>
                <a:lnTo>
                  <a:pt x="319405" y="755523"/>
                </a:lnTo>
                <a:lnTo>
                  <a:pt x="360794" y="736600"/>
                </a:lnTo>
                <a:lnTo>
                  <a:pt x="400926" y="715517"/>
                </a:lnTo>
                <a:lnTo>
                  <a:pt x="439712" y="692276"/>
                </a:lnTo>
                <a:lnTo>
                  <a:pt x="477062" y="667003"/>
                </a:lnTo>
                <a:lnTo>
                  <a:pt x="512914" y="639826"/>
                </a:lnTo>
                <a:lnTo>
                  <a:pt x="547192" y="610615"/>
                </a:lnTo>
                <a:lnTo>
                  <a:pt x="579818" y="579754"/>
                </a:lnTo>
                <a:lnTo>
                  <a:pt x="610704" y="547115"/>
                </a:lnTo>
                <a:lnTo>
                  <a:pt x="639787" y="512825"/>
                </a:lnTo>
                <a:lnTo>
                  <a:pt x="666991" y="476885"/>
                </a:lnTo>
                <a:lnTo>
                  <a:pt x="692226" y="439547"/>
                </a:lnTo>
                <a:lnTo>
                  <a:pt x="715429" y="400685"/>
                </a:lnTo>
                <a:lnTo>
                  <a:pt x="736511" y="360552"/>
                </a:lnTo>
                <a:lnTo>
                  <a:pt x="755396" y="319150"/>
                </a:lnTo>
                <a:lnTo>
                  <a:pt x="772020" y="276478"/>
                </a:lnTo>
                <a:lnTo>
                  <a:pt x="786295" y="232791"/>
                </a:lnTo>
                <a:lnTo>
                  <a:pt x="798144" y="187959"/>
                </a:lnTo>
                <a:lnTo>
                  <a:pt x="807491" y="142240"/>
                </a:lnTo>
                <a:lnTo>
                  <a:pt x="814273" y="95630"/>
                </a:lnTo>
                <a:lnTo>
                  <a:pt x="818388" y="48132"/>
                </a:lnTo>
                <a:lnTo>
                  <a:pt x="819785" y="0"/>
                </a:lnTo>
                <a:close/>
              </a:path>
            </a:pathLst>
          </a:custGeom>
          <a:solidFill>
            <a:srgbClr val="FCF8F4">
              <a:alpha val="32940"/>
            </a:srgbClr>
          </a:solidFill>
        </p:spPr>
        <p:txBody>
          <a:bodyPr wrap="square" lIns="0" tIns="0" rIns="0" bIns="0" rtlCol="0"/>
          <a:lstStyle/>
          <a:p>
            <a:endParaRPr/>
          </a:p>
        </p:txBody>
      </p:sp>
      <p:sp>
        <p:nvSpPr>
          <p:cNvPr id="18" name="bg object 18"/>
          <p:cNvSpPr/>
          <p:nvPr/>
        </p:nvSpPr>
        <p:spPr>
          <a:xfrm>
            <a:off x="4572" y="4572"/>
            <a:ext cx="819785" cy="820419"/>
          </a:xfrm>
          <a:custGeom>
            <a:avLst/>
            <a:gdLst/>
            <a:ahLst/>
            <a:cxnLst/>
            <a:rect l="l" t="t" r="r" b="b"/>
            <a:pathLst>
              <a:path w="819785" h="820419">
                <a:moveTo>
                  <a:pt x="819785" y="0"/>
                </a:moveTo>
                <a:lnTo>
                  <a:pt x="818388" y="48132"/>
                </a:lnTo>
                <a:lnTo>
                  <a:pt x="814273" y="95630"/>
                </a:lnTo>
                <a:lnTo>
                  <a:pt x="807491" y="142239"/>
                </a:lnTo>
                <a:lnTo>
                  <a:pt x="798144" y="187959"/>
                </a:lnTo>
                <a:lnTo>
                  <a:pt x="786295" y="232791"/>
                </a:lnTo>
                <a:lnTo>
                  <a:pt x="772020" y="276478"/>
                </a:lnTo>
                <a:lnTo>
                  <a:pt x="755396" y="319150"/>
                </a:lnTo>
                <a:lnTo>
                  <a:pt x="736511" y="360552"/>
                </a:lnTo>
                <a:lnTo>
                  <a:pt x="715429" y="400685"/>
                </a:lnTo>
                <a:lnTo>
                  <a:pt x="692226" y="439547"/>
                </a:lnTo>
                <a:lnTo>
                  <a:pt x="666991" y="476885"/>
                </a:lnTo>
                <a:lnTo>
                  <a:pt x="639787" y="512825"/>
                </a:lnTo>
                <a:lnTo>
                  <a:pt x="610704" y="547115"/>
                </a:lnTo>
                <a:lnTo>
                  <a:pt x="579818" y="579754"/>
                </a:lnTo>
                <a:lnTo>
                  <a:pt x="547192" y="610615"/>
                </a:lnTo>
                <a:lnTo>
                  <a:pt x="512914" y="639826"/>
                </a:lnTo>
                <a:lnTo>
                  <a:pt x="477062" y="667003"/>
                </a:lnTo>
                <a:lnTo>
                  <a:pt x="439712" y="692276"/>
                </a:lnTo>
                <a:lnTo>
                  <a:pt x="400926" y="715517"/>
                </a:lnTo>
                <a:lnTo>
                  <a:pt x="360794" y="736600"/>
                </a:lnTo>
                <a:lnTo>
                  <a:pt x="319405" y="755523"/>
                </a:lnTo>
                <a:lnTo>
                  <a:pt x="276809" y="772160"/>
                </a:lnTo>
                <a:lnTo>
                  <a:pt x="233108" y="786383"/>
                </a:lnTo>
                <a:lnTo>
                  <a:pt x="188353" y="798194"/>
                </a:lnTo>
                <a:lnTo>
                  <a:pt x="142646" y="807592"/>
                </a:lnTo>
                <a:lnTo>
                  <a:pt x="96048" y="814451"/>
                </a:lnTo>
                <a:lnTo>
                  <a:pt x="48642" y="818514"/>
                </a:lnTo>
                <a:lnTo>
                  <a:pt x="505" y="819912"/>
                </a:lnTo>
                <a:lnTo>
                  <a:pt x="336" y="819912"/>
                </a:lnTo>
                <a:lnTo>
                  <a:pt x="168" y="819912"/>
                </a:lnTo>
                <a:lnTo>
                  <a:pt x="0" y="819912"/>
                </a:lnTo>
                <a:lnTo>
                  <a:pt x="505" y="0"/>
                </a:lnTo>
                <a:lnTo>
                  <a:pt x="819785" y="0"/>
                </a:lnTo>
                <a:close/>
              </a:path>
            </a:pathLst>
          </a:custGeom>
          <a:ln w="3175">
            <a:solidFill>
              <a:srgbClr val="D2C39E"/>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128015" y="6095"/>
            <a:ext cx="1783080" cy="1783079"/>
          </a:xfrm>
          <a:prstGeom prst="rect">
            <a:avLst/>
          </a:prstGeom>
        </p:spPr>
      </p:pic>
      <p:sp>
        <p:nvSpPr>
          <p:cNvPr id="20" name="bg object 20"/>
          <p:cNvSpPr/>
          <p:nvPr/>
        </p:nvSpPr>
        <p:spPr>
          <a:xfrm>
            <a:off x="169163" y="22859"/>
            <a:ext cx="1703705" cy="1703705"/>
          </a:xfrm>
          <a:custGeom>
            <a:avLst/>
            <a:gdLst/>
            <a:ahLst/>
            <a:cxnLst/>
            <a:rect l="l" t="t" r="r" b="b"/>
            <a:pathLst>
              <a:path w="1703705" h="1703705">
                <a:moveTo>
                  <a:pt x="0" y="851789"/>
                </a:moveTo>
                <a:lnTo>
                  <a:pt x="1346" y="803529"/>
                </a:lnTo>
                <a:lnTo>
                  <a:pt x="5346" y="755904"/>
                </a:lnTo>
                <a:lnTo>
                  <a:pt x="11925" y="709041"/>
                </a:lnTo>
                <a:lnTo>
                  <a:pt x="21005" y="663067"/>
                </a:lnTo>
                <a:lnTo>
                  <a:pt x="32512" y="617982"/>
                </a:lnTo>
                <a:lnTo>
                  <a:pt x="46393" y="573913"/>
                </a:lnTo>
                <a:lnTo>
                  <a:pt x="62547" y="530860"/>
                </a:lnTo>
                <a:lnTo>
                  <a:pt x="80937" y="488950"/>
                </a:lnTo>
                <a:lnTo>
                  <a:pt x="101460" y="448310"/>
                </a:lnTo>
                <a:lnTo>
                  <a:pt x="124066" y="408940"/>
                </a:lnTo>
                <a:lnTo>
                  <a:pt x="148666" y="370967"/>
                </a:lnTo>
                <a:lnTo>
                  <a:pt x="175196" y="334264"/>
                </a:lnTo>
                <a:lnTo>
                  <a:pt x="203593" y="299212"/>
                </a:lnTo>
                <a:lnTo>
                  <a:pt x="233768" y="265684"/>
                </a:lnTo>
                <a:lnTo>
                  <a:pt x="265658" y="233807"/>
                </a:lnTo>
                <a:lnTo>
                  <a:pt x="299186" y="203581"/>
                </a:lnTo>
                <a:lnTo>
                  <a:pt x="334289" y="175260"/>
                </a:lnTo>
                <a:lnTo>
                  <a:pt x="370890" y="148717"/>
                </a:lnTo>
                <a:lnTo>
                  <a:pt x="408927" y="124079"/>
                </a:lnTo>
                <a:lnTo>
                  <a:pt x="448309" y="101473"/>
                </a:lnTo>
                <a:lnTo>
                  <a:pt x="488975" y="80899"/>
                </a:lnTo>
                <a:lnTo>
                  <a:pt x="530847" y="62611"/>
                </a:lnTo>
                <a:lnTo>
                  <a:pt x="573862" y="46355"/>
                </a:lnTo>
                <a:lnTo>
                  <a:pt x="617956" y="32512"/>
                </a:lnTo>
                <a:lnTo>
                  <a:pt x="663028" y="20955"/>
                </a:lnTo>
                <a:lnTo>
                  <a:pt x="709028" y="11938"/>
                </a:lnTo>
                <a:lnTo>
                  <a:pt x="755878" y="5334"/>
                </a:lnTo>
                <a:lnTo>
                  <a:pt x="803516" y="1397"/>
                </a:lnTo>
                <a:lnTo>
                  <a:pt x="851852" y="0"/>
                </a:lnTo>
                <a:lnTo>
                  <a:pt x="900188" y="1397"/>
                </a:lnTo>
                <a:lnTo>
                  <a:pt x="947813" y="5334"/>
                </a:lnTo>
                <a:lnTo>
                  <a:pt x="994663" y="11938"/>
                </a:lnTo>
                <a:lnTo>
                  <a:pt x="1040663" y="20955"/>
                </a:lnTo>
                <a:lnTo>
                  <a:pt x="1085735" y="32512"/>
                </a:lnTo>
                <a:lnTo>
                  <a:pt x="1129792" y="46355"/>
                </a:lnTo>
                <a:lnTo>
                  <a:pt x="1172845" y="62611"/>
                </a:lnTo>
                <a:lnTo>
                  <a:pt x="1214755" y="80899"/>
                </a:lnTo>
                <a:lnTo>
                  <a:pt x="1255395" y="101473"/>
                </a:lnTo>
                <a:lnTo>
                  <a:pt x="1294764" y="124079"/>
                </a:lnTo>
                <a:lnTo>
                  <a:pt x="1332738" y="148717"/>
                </a:lnTo>
                <a:lnTo>
                  <a:pt x="1369441" y="175260"/>
                </a:lnTo>
                <a:lnTo>
                  <a:pt x="1404493" y="203581"/>
                </a:lnTo>
                <a:lnTo>
                  <a:pt x="1438020" y="233807"/>
                </a:lnTo>
                <a:lnTo>
                  <a:pt x="1469898" y="265684"/>
                </a:lnTo>
                <a:lnTo>
                  <a:pt x="1500124" y="299212"/>
                </a:lnTo>
                <a:lnTo>
                  <a:pt x="1528445" y="334264"/>
                </a:lnTo>
                <a:lnTo>
                  <a:pt x="1554988" y="370967"/>
                </a:lnTo>
                <a:lnTo>
                  <a:pt x="1579626" y="408940"/>
                </a:lnTo>
                <a:lnTo>
                  <a:pt x="1602232" y="448310"/>
                </a:lnTo>
                <a:lnTo>
                  <a:pt x="1622806" y="488950"/>
                </a:lnTo>
                <a:lnTo>
                  <a:pt x="1641094" y="530860"/>
                </a:lnTo>
                <a:lnTo>
                  <a:pt x="1657350" y="573913"/>
                </a:lnTo>
                <a:lnTo>
                  <a:pt x="1671193" y="617982"/>
                </a:lnTo>
                <a:lnTo>
                  <a:pt x="1682750" y="663067"/>
                </a:lnTo>
                <a:lnTo>
                  <a:pt x="1691767" y="709041"/>
                </a:lnTo>
                <a:lnTo>
                  <a:pt x="1698371" y="755904"/>
                </a:lnTo>
                <a:lnTo>
                  <a:pt x="1702308" y="803529"/>
                </a:lnTo>
                <a:lnTo>
                  <a:pt x="1703705" y="851789"/>
                </a:lnTo>
                <a:lnTo>
                  <a:pt x="1702308" y="900176"/>
                </a:lnTo>
                <a:lnTo>
                  <a:pt x="1698371" y="947801"/>
                </a:lnTo>
                <a:lnTo>
                  <a:pt x="1691767" y="994664"/>
                </a:lnTo>
                <a:lnTo>
                  <a:pt x="1682750" y="1040638"/>
                </a:lnTo>
                <a:lnTo>
                  <a:pt x="1671193" y="1085723"/>
                </a:lnTo>
                <a:lnTo>
                  <a:pt x="1657350" y="1129792"/>
                </a:lnTo>
                <a:lnTo>
                  <a:pt x="1641094" y="1172845"/>
                </a:lnTo>
                <a:lnTo>
                  <a:pt x="1622806" y="1214755"/>
                </a:lnTo>
                <a:lnTo>
                  <a:pt x="1602232" y="1255395"/>
                </a:lnTo>
                <a:lnTo>
                  <a:pt x="1579626" y="1294765"/>
                </a:lnTo>
                <a:lnTo>
                  <a:pt x="1554988" y="1332738"/>
                </a:lnTo>
                <a:lnTo>
                  <a:pt x="1528445" y="1369441"/>
                </a:lnTo>
                <a:lnTo>
                  <a:pt x="1500124" y="1404493"/>
                </a:lnTo>
                <a:lnTo>
                  <a:pt x="1469898" y="1438021"/>
                </a:lnTo>
                <a:lnTo>
                  <a:pt x="1438020" y="1469898"/>
                </a:lnTo>
                <a:lnTo>
                  <a:pt x="1404493" y="1500124"/>
                </a:lnTo>
                <a:lnTo>
                  <a:pt x="1369441" y="1528445"/>
                </a:lnTo>
                <a:lnTo>
                  <a:pt x="1332738" y="1554988"/>
                </a:lnTo>
                <a:lnTo>
                  <a:pt x="1294764" y="1579626"/>
                </a:lnTo>
                <a:lnTo>
                  <a:pt x="1255395" y="1602232"/>
                </a:lnTo>
                <a:lnTo>
                  <a:pt x="1214755" y="1622806"/>
                </a:lnTo>
                <a:lnTo>
                  <a:pt x="1172845" y="1641094"/>
                </a:lnTo>
                <a:lnTo>
                  <a:pt x="1129792" y="1657350"/>
                </a:lnTo>
                <a:lnTo>
                  <a:pt x="1085735" y="1671193"/>
                </a:lnTo>
                <a:lnTo>
                  <a:pt x="1040663" y="1682750"/>
                </a:lnTo>
                <a:lnTo>
                  <a:pt x="994663" y="1691767"/>
                </a:lnTo>
                <a:lnTo>
                  <a:pt x="947813" y="1698371"/>
                </a:lnTo>
                <a:lnTo>
                  <a:pt x="900188" y="1702308"/>
                </a:lnTo>
                <a:lnTo>
                  <a:pt x="851852" y="1703705"/>
                </a:lnTo>
                <a:lnTo>
                  <a:pt x="803516" y="1702308"/>
                </a:lnTo>
                <a:lnTo>
                  <a:pt x="755878" y="1698371"/>
                </a:lnTo>
                <a:lnTo>
                  <a:pt x="709028" y="1691767"/>
                </a:lnTo>
                <a:lnTo>
                  <a:pt x="663028" y="1682750"/>
                </a:lnTo>
                <a:lnTo>
                  <a:pt x="617956" y="1671193"/>
                </a:lnTo>
                <a:lnTo>
                  <a:pt x="573862" y="1657350"/>
                </a:lnTo>
                <a:lnTo>
                  <a:pt x="530847" y="1641094"/>
                </a:lnTo>
                <a:lnTo>
                  <a:pt x="488975" y="1622806"/>
                </a:lnTo>
                <a:lnTo>
                  <a:pt x="448309" y="1602232"/>
                </a:lnTo>
                <a:lnTo>
                  <a:pt x="408927" y="1579626"/>
                </a:lnTo>
                <a:lnTo>
                  <a:pt x="370890" y="1554988"/>
                </a:lnTo>
                <a:lnTo>
                  <a:pt x="334289" y="1528445"/>
                </a:lnTo>
                <a:lnTo>
                  <a:pt x="299186" y="1500124"/>
                </a:lnTo>
                <a:lnTo>
                  <a:pt x="265658" y="1469898"/>
                </a:lnTo>
                <a:lnTo>
                  <a:pt x="233768" y="1438021"/>
                </a:lnTo>
                <a:lnTo>
                  <a:pt x="203593" y="1404493"/>
                </a:lnTo>
                <a:lnTo>
                  <a:pt x="175196" y="1369441"/>
                </a:lnTo>
                <a:lnTo>
                  <a:pt x="148666" y="1332738"/>
                </a:lnTo>
                <a:lnTo>
                  <a:pt x="124066" y="1294765"/>
                </a:lnTo>
                <a:lnTo>
                  <a:pt x="101460" y="1255395"/>
                </a:lnTo>
                <a:lnTo>
                  <a:pt x="80937" y="1214755"/>
                </a:lnTo>
                <a:lnTo>
                  <a:pt x="62547" y="1172845"/>
                </a:lnTo>
                <a:lnTo>
                  <a:pt x="46393" y="1129792"/>
                </a:lnTo>
                <a:lnTo>
                  <a:pt x="32512" y="1085723"/>
                </a:lnTo>
                <a:lnTo>
                  <a:pt x="21005" y="1040638"/>
                </a:lnTo>
                <a:lnTo>
                  <a:pt x="11925" y="994664"/>
                </a:lnTo>
                <a:lnTo>
                  <a:pt x="5346" y="947801"/>
                </a:lnTo>
                <a:lnTo>
                  <a:pt x="1346" y="900176"/>
                </a:lnTo>
                <a:lnTo>
                  <a:pt x="0" y="851789"/>
                </a:lnTo>
                <a:close/>
              </a:path>
            </a:pathLst>
          </a:custGeom>
          <a:ln w="27432">
            <a:solidFill>
              <a:srgbClr val="FFF6DB"/>
            </a:solidFill>
          </a:ln>
        </p:spPr>
        <p:txBody>
          <a:bodyPr wrap="square" lIns="0" tIns="0" rIns="0" bIns="0" rtlCol="0"/>
          <a:lstStyle/>
          <a:p>
            <a:endParaRPr/>
          </a:p>
        </p:txBody>
      </p:sp>
      <p:pic>
        <p:nvPicPr>
          <p:cNvPr id="21" name="bg object 21"/>
          <p:cNvPicPr/>
          <p:nvPr/>
        </p:nvPicPr>
        <p:blipFill>
          <a:blip r:embed="rId4" cstate="print"/>
          <a:stretch>
            <a:fillRect/>
          </a:stretch>
        </p:blipFill>
        <p:spPr>
          <a:xfrm>
            <a:off x="173736" y="1045463"/>
            <a:ext cx="1152144" cy="1149096"/>
          </a:xfrm>
          <a:prstGeom prst="rect">
            <a:avLst/>
          </a:prstGeom>
        </p:spPr>
      </p:pic>
      <p:pic>
        <p:nvPicPr>
          <p:cNvPr id="22" name="bg object 22"/>
          <p:cNvPicPr/>
          <p:nvPr/>
        </p:nvPicPr>
        <p:blipFill>
          <a:blip r:embed="rId5" cstate="print"/>
          <a:stretch>
            <a:fillRect/>
          </a:stretch>
        </p:blipFill>
        <p:spPr>
          <a:xfrm>
            <a:off x="185928" y="1051560"/>
            <a:ext cx="1118616" cy="1109472"/>
          </a:xfrm>
          <a:prstGeom prst="rect">
            <a:avLst/>
          </a:prstGeom>
        </p:spPr>
      </p:pic>
      <p:sp>
        <p:nvSpPr>
          <p:cNvPr id="23" name="bg object 23"/>
          <p:cNvSpPr/>
          <p:nvPr/>
        </p:nvSpPr>
        <p:spPr>
          <a:xfrm>
            <a:off x="185928" y="1051560"/>
            <a:ext cx="1118870" cy="1109345"/>
          </a:xfrm>
          <a:custGeom>
            <a:avLst/>
            <a:gdLst/>
            <a:ahLst/>
            <a:cxnLst/>
            <a:rect l="l" t="t" r="r" b="b"/>
            <a:pathLst>
              <a:path w="1118870" h="1109345">
                <a:moveTo>
                  <a:pt x="118668" y="204215"/>
                </a:moveTo>
                <a:lnTo>
                  <a:pt x="150012" y="168401"/>
                </a:lnTo>
                <a:lnTo>
                  <a:pt x="183781" y="135889"/>
                </a:lnTo>
                <a:lnTo>
                  <a:pt x="219773" y="106934"/>
                </a:lnTo>
                <a:lnTo>
                  <a:pt x="257733" y="81279"/>
                </a:lnTo>
                <a:lnTo>
                  <a:pt x="297434" y="59181"/>
                </a:lnTo>
                <a:lnTo>
                  <a:pt x="338632" y="40512"/>
                </a:lnTo>
                <a:lnTo>
                  <a:pt x="381101" y="25273"/>
                </a:lnTo>
                <a:lnTo>
                  <a:pt x="424599" y="13588"/>
                </a:lnTo>
                <a:lnTo>
                  <a:pt x="468884" y="5461"/>
                </a:lnTo>
                <a:lnTo>
                  <a:pt x="513740" y="888"/>
                </a:lnTo>
                <a:lnTo>
                  <a:pt x="558914" y="0"/>
                </a:lnTo>
                <a:lnTo>
                  <a:pt x="604177" y="2666"/>
                </a:lnTo>
                <a:lnTo>
                  <a:pt x="649287" y="9016"/>
                </a:lnTo>
                <a:lnTo>
                  <a:pt x="694016" y="18923"/>
                </a:lnTo>
                <a:lnTo>
                  <a:pt x="738124" y="32638"/>
                </a:lnTo>
                <a:lnTo>
                  <a:pt x="781380" y="49911"/>
                </a:lnTo>
                <a:lnTo>
                  <a:pt x="823544" y="71119"/>
                </a:lnTo>
                <a:lnTo>
                  <a:pt x="864387" y="96012"/>
                </a:lnTo>
                <a:lnTo>
                  <a:pt x="903655" y="124587"/>
                </a:lnTo>
                <a:lnTo>
                  <a:pt x="940409" y="156463"/>
                </a:lnTo>
                <a:lnTo>
                  <a:pt x="973797" y="190626"/>
                </a:lnTo>
                <a:lnTo>
                  <a:pt x="1003808" y="226822"/>
                </a:lnTo>
                <a:lnTo>
                  <a:pt x="1030389" y="265049"/>
                </a:lnTo>
                <a:lnTo>
                  <a:pt x="1053541" y="304926"/>
                </a:lnTo>
                <a:lnTo>
                  <a:pt x="1073213" y="346075"/>
                </a:lnTo>
                <a:lnTo>
                  <a:pt x="1089406" y="388619"/>
                </a:lnTo>
                <a:lnTo>
                  <a:pt x="1101979" y="431926"/>
                </a:lnTo>
                <a:lnTo>
                  <a:pt x="1111123" y="475995"/>
                </a:lnTo>
                <a:lnTo>
                  <a:pt x="1116584" y="520573"/>
                </a:lnTo>
                <a:lnTo>
                  <a:pt x="1118489" y="565403"/>
                </a:lnTo>
                <a:lnTo>
                  <a:pt x="1116711" y="610235"/>
                </a:lnTo>
                <a:lnTo>
                  <a:pt x="1111250" y="654938"/>
                </a:lnTo>
                <a:lnTo>
                  <a:pt x="1102106" y="699135"/>
                </a:lnTo>
                <a:lnTo>
                  <a:pt x="1089279" y="742568"/>
                </a:lnTo>
                <a:lnTo>
                  <a:pt x="1072578" y="785113"/>
                </a:lnTo>
                <a:lnTo>
                  <a:pt x="1052156" y="826515"/>
                </a:lnTo>
                <a:lnTo>
                  <a:pt x="1027912" y="866520"/>
                </a:lnTo>
                <a:lnTo>
                  <a:pt x="999820" y="904875"/>
                </a:lnTo>
                <a:lnTo>
                  <a:pt x="968476" y="940688"/>
                </a:lnTo>
                <a:lnTo>
                  <a:pt x="934694" y="973074"/>
                </a:lnTo>
                <a:lnTo>
                  <a:pt x="898715" y="1002156"/>
                </a:lnTo>
                <a:lnTo>
                  <a:pt x="860755" y="1027684"/>
                </a:lnTo>
                <a:lnTo>
                  <a:pt x="821055" y="1049909"/>
                </a:lnTo>
                <a:lnTo>
                  <a:pt x="779856" y="1068577"/>
                </a:lnTo>
                <a:lnTo>
                  <a:pt x="737387" y="1083817"/>
                </a:lnTo>
                <a:lnTo>
                  <a:pt x="693889" y="1095375"/>
                </a:lnTo>
                <a:lnTo>
                  <a:pt x="649605" y="1103502"/>
                </a:lnTo>
                <a:lnTo>
                  <a:pt x="604748" y="1108075"/>
                </a:lnTo>
                <a:lnTo>
                  <a:pt x="559574" y="1109090"/>
                </a:lnTo>
                <a:lnTo>
                  <a:pt x="514324" y="1106424"/>
                </a:lnTo>
                <a:lnTo>
                  <a:pt x="469201" y="1100074"/>
                </a:lnTo>
                <a:lnTo>
                  <a:pt x="424472" y="1090167"/>
                </a:lnTo>
                <a:lnTo>
                  <a:pt x="380365" y="1076452"/>
                </a:lnTo>
                <a:lnTo>
                  <a:pt x="337108" y="1059179"/>
                </a:lnTo>
                <a:lnTo>
                  <a:pt x="294944" y="1038098"/>
                </a:lnTo>
                <a:lnTo>
                  <a:pt x="254101" y="1013205"/>
                </a:lnTo>
                <a:lnTo>
                  <a:pt x="214820" y="984503"/>
                </a:lnTo>
                <a:lnTo>
                  <a:pt x="178079" y="952753"/>
                </a:lnTo>
                <a:lnTo>
                  <a:pt x="144678" y="918590"/>
                </a:lnTo>
                <a:lnTo>
                  <a:pt x="114681" y="882268"/>
                </a:lnTo>
                <a:lnTo>
                  <a:pt x="88087" y="844168"/>
                </a:lnTo>
                <a:lnTo>
                  <a:pt x="64935" y="804290"/>
                </a:lnTo>
                <a:lnTo>
                  <a:pt x="45262" y="763015"/>
                </a:lnTo>
                <a:lnTo>
                  <a:pt x="29095" y="720598"/>
                </a:lnTo>
                <a:lnTo>
                  <a:pt x="16446" y="677163"/>
                </a:lnTo>
                <a:lnTo>
                  <a:pt x="7366" y="633094"/>
                </a:lnTo>
                <a:lnTo>
                  <a:pt x="1879" y="588517"/>
                </a:lnTo>
                <a:lnTo>
                  <a:pt x="0" y="543687"/>
                </a:lnTo>
                <a:lnTo>
                  <a:pt x="1765" y="498855"/>
                </a:lnTo>
                <a:lnTo>
                  <a:pt x="7213" y="454278"/>
                </a:lnTo>
                <a:lnTo>
                  <a:pt x="16357" y="410082"/>
                </a:lnTo>
                <a:lnTo>
                  <a:pt x="29248" y="366522"/>
                </a:lnTo>
                <a:lnTo>
                  <a:pt x="45885" y="323976"/>
                </a:lnTo>
                <a:lnTo>
                  <a:pt x="66319" y="282575"/>
                </a:lnTo>
                <a:lnTo>
                  <a:pt x="90576" y="242569"/>
                </a:lnTo>
                <a:lnTo>
                  <a:pt x="118668" y="204215"/>
                </a:lnTo>
                <a:close/>
              </a:path>
              <a:path w="1118870" h="1109345">
                <a:moveTo>
                  <a:pt x="220802" y="285368"/>
                </a:moveTo>
                <a:lnTo>
                  <a:pt x="194144" y="322706"/>
                </a:lnTo>
                <a:lnTo>
                  <a:pt x="172211" y="362076"/>
                </a:lnTo>
                <a:lnTo>
                  <a:pt x="154952" y="402843"/>
                </a:lnTo>
                <a:lnTo>
                  <a:pt x="142341" y="444880"/>
                </a:lnTo>
                <a:lnTo>
                  <a:pt x="134315" y="487806"/>
                </a:lnTo>
                <a:lnTo>
                  <a:pt x="130835" y="531113"/>
                </a:lnTo>
                <a:lnTo>
                  <a:pt x="131851" y="574675"/>
                </a:lnTo>
                <a:lnTo>
                  <a:pt x="137312" y="617854"/>
                </a:lnTo>
                <a:lnTo>
                  <a:pt x="147180" y="660526"/>
                </a:lnTo>
                <a:lnTo>
                  <a:pt x="161417" y="702182"/>
                </a:lnTo>
                <a:lnTo>
                  <a:pt x="179958" y="742441"/>
                </a:lnTo>
                <a:lnTo>
                  <a:pt x="202768" y="781050"/>
                </a:lnTo>
                <a:lnTo>
                  <a:pt x="229793" y="817499"/>
                </a:lnTo>
                <a:lnTo>
                  <a:pt x="260997" y="851535"/>
                </a:lnTo>
                <a:lnTo>
                  <a:pt x="296341" y="882776"/>
                </a:lnTo>
                <a:lnTo>
                  <a:pt x="334759" y="910209"/>
                </a:lnTo>
                <a:lnTo>
                  <a:pt x="375005" y="932941"/>
                </a:lnTo>
                <a:lnTo>
                  <a:pt x="416712" y="951102"/>
                </a:lnTo>
                <a:lnTo>
                  <a:pt x="459524" y="964691"/>
                </a:lnTo>
                <a:lnTo>
                  <a:pt x="503047" y="973836"/>
                </a:lnTo>
                <a:lnTo>
                  <a:pt x="546938" y="978407"/>
                </a:lnTo>
                <a:lnTo>
                  <a:pt x="590829" y="978535"/>
                </a:lnTo>
                <a:lnTo>
                  <a:pt x="634339" y="974343"/>
                </a:lnTo>
                <a:lnTo>
                  <a:pt x="677113" y="965580"/>
                </a:lnTo>
                <a:lnTo>
                  <a:pt x="718781" y="952626"/>
                </a:lnTo>
                <a:lnTo>
                  <a:pt x="758977" y="935354"/>
                </a:lnTo>
                <a:lnTo>
                  <a:pt x="797331" y="913764"/>
                </a:lnTo>
                <a:lnTo>
                  <a:pt x="833475" y="887984"/>
                </a:lnTo>
                <a:lnTo>
                  <a:pt x="867054" y="857885"/>
                </a:lnTo>
                <a:lnTo>
                  <a:pt x="897686" y="823722"/>
                </a:lnTo>
                <a:lnTo>
                  <a:pt x="924344" y="786384"/>
                </a:lnTo>
                <a:lnTo>
                  <a:pt x="946277" y="747140"/>
                </a:lnTo>
                <a:lnTo>
                  <a:pt x="963536" y="706247"/>
                </a:lnTo>
                <a:lnTo>
                  <a:pt x="976147" y="664210"/>
                </a:lnTo>
                <a:lnTo>
                  <a:pt x="984173" y="621284"/>
                </a:lnTo>
                <a:lnTo>
                  <a:pt x="987666" y="577976"/>
                </a:lnTo>
                <a:lnTo>
                  <a:pt x="986650" y="534415"/>
                </a:lnTo>
                <a:lnTo>
                  <a:pt x="981176" y="491236"/>
                </a:lnTo>
                <a:lnTo>
                  <a:pt x="971308" y="448690"/>
                </a:lnTo>
                <a:lnTo>
                  <a:pt x="957084" y="407035"/>
                </a:lnTo>
                <a:lnTo>
                  <a:pt x="938542" y="366775"/>
                </a:lnTo>
                <a:lnTo>
                  <a:pt x="915733" y="328167"/>
                </a:lnTo>
                <a:lnTo>
                  <a:pt x="888695" y="291718"/>
                </a:lnTo>
                <a:lnTo>
                  <a:pt x="857491" y="257555"/>
                </a:lnTo>
                <a:lnTo>
                  <a:pt x="822159" y="226313"/>
                </a:lnTo>
                <a:lnTo>
                  <a:pt x="783742" y="199009"/>
                </a:lnTo>
                <a:lnTo>
                  <a:pt x="743483" y="176149"/>
                </a:lnTo>
                <a:lnTo>
                  <a:pt x="701776" y="157987"/>
                </a:lnTo>
                <a:lnTo>
                  <a:pt x="658977" y="144399"/>
                </a:lnTo>
                <a:lnTo>
                  <a:pt x="615442" y="135381"/>
                </a:lnTo>
                <a:lnTo>
                  <a:pt x="571550" y="130810"/>
                </a:lnTo>
                <a:lnTo>
                  <a:pt x="527659" y="130555"/>
                </a:lnTo>
                <a:lnTo>
                  <a:pt x="484149" y="134874"/>
                </a:lnTo>
                <a:lnTo>
                  <a:pt x="441375" y="143510"/>
                </a:lnTo>
                <a:lnTo>
                  <a:pt x="399707" y="156590"/>
                </a:lnTo>
                <a:lnTo>
                  <a:pt x="359511" y="173862"/>
                </a:lnTo>
                <a:lnTo>
                  <a:pt x="321157" y="195452"/>
                </a:lnTo>
                <a:lnTo>
                  <a:pt x="285013" y="221234"/>
                </a:lnTo>
                <a:lnTo>
                  <a:pt x="251434" y="251205"/>
                </a:lnTo>
                <a:lnTo>
                  <a:pt x="220802" y="285368"/>
                </a:lnTo>
                <a:close/>
              </a:path>
            </a:pathLst>
          </a:custGeom>
          <a:ln w="6096">
            <a:solidFill>
              <a:srgbClr val="C5B791"/>
            </a:solidFill>
          </a:ln>
        </p:spPr>
        <p:txBody>
          <a:bodyPr wrap="square" lIns="0" tIns="0" rIns="0" bIns="0" rtlCol="0"/>
          <a:lstStyle/>
          <a:p>
            <a:endParaRPr/>
          </a:p>
        </p:txBody>
      </p:sp>
      <p:sp>
        <p:nvSpPr>
          <p:cNvPr id="24" name="bg object 24"/>
          <p:cNvSpPr/>
          <p:nvPr/>
        </p:nvSpPr>
        <p:spPr>
          <a:xfrm>
            <a:off x="1014983" y="0"/>
            <a:ext cx="8129270" cy="6858000"/>
          </a:xfrm>
          <a:custGeom>
            <a:avLst/>
            <a:gdLst/>
            <a:ahLst/>
            <a:cxnLst/>
            <a:rect l="l" t="t" r="r" b="b"/>
            <a:pathLst>
              <a:path w="8129270" h="6858000">
                <a:moveTo>
                  <a:pt x="8129016" y="0"/>
                </a:moveTo>
                <a:lnTo>
                  <a:pt x="0" y="0"/>
                </a:lnTo>
                <a:lnTo>
                  <a:pt x="0" y="6858000"/>
                </a:lnTo>
                <a:lnTo>
                  <a:pt x="8129016" y="6858000"/>
                </a:lnTo>
                <a:lnTo>
                  <a:pt x="8129016" y="0"/>
                </a:lnTo>
                <a:close/>
              </a:path>
            </a:pathLst>
          </a:custGeom>
          <a:solidFill>
            <a:srgbClr val="FFFFFF"/>
          </a:solidFill>
        </p:spPr>
        <p:txBody>
          <a:bodyPr wrap="square" lIns="0" tIns="0" rIns="0" bIns="0" rtlCol="0"/>
          <a:lstStyle/>
          <a:p>
            <a:endParaRPr/>
          </a:p>
        </p:txBody>
      </p:sp>
      <p:pic>
        <p:nvPicPr>
          <p:cNvPr id="25" name="bg object 25"/>
          <p:cNvPicPr/>
          <p:nvPr/>
        </p:nvPicPr>
        <p:blipFill>
          <a:blip r:embed="rId6" cstate="print"/>
          <a:stretch>
            <a:fillRect/>
          </a:stretch>
        </p:blipFill>
        <p:spPr>
          <a:xfrm>
            <a:off x="935736" y="0"/>
            <a:ext cx="149352" cy="6857998"/>
          </a:xfrm>
          <a:prstGeom prst="rect">
            <a:avLst/>
          </a:prstGeom>
        </p:spPr>
      </p:pic>
      <p:sp>
        <p:nvSpPr>
          <p:cNvPr id="26" name="bg object 26"/>
          <p:cNvSpPr/>
          <p:nvPr/>
        </p:nvSpPr>
        <p:spPr>
          <a:xfrm>
            <a:off x="1014983" y="0"/>
            <a:ext cx="73025" cy="6858000"/>
          </a:xfrm>
          <a:custGeom>
            <a:avLst/>
            <a:gdLst/>
            <a:ahLst/>
            <a:cxnLst/>
            <a:rect l="l" t="t" r="r" b="b"/>
            <a:pathLst>
              <a:path w="73025" h="6858000">
                <a:moveTo>
                  <a:pt x="72649" y="0"/>
                </a:moveTo>
                <a:lnTo>
                  <a:pt x="0" y="0"/>
                </a:lnTo>
                <a:lnTo>
                  <a:pt x="0" y="6858000"/>
                </a:lnTo>
                <a:lnTo>
                  <a:pt x="72649" y="6858000"/>
                </a:lnTo>
                <a:lnTo>
                  <a:pt x="72649" y="0"/>
                </a:lnTo>
                <a:close/>
              </a:path>
            </a:pathLst>
          </a:custGeom>
          <a:solidFill>
            <a:srgbClr val="FFFFFF"/>
          </a:solidFill>
        </p:spPr>
        <p:txBody>
          <a:bodyPr wrap="square" lIns="0" tIns="0" rIns="0" bIns="0" rtlCol="0"/>
          <a:lstStyle/>
          <a:p>
            <a:endParaRPr/>
          </a:p>
        </p:txBody>
      </p:sp>
      <p:pic>
        <p:nvPicPr>
          <p:cNvPr id="27" name="bg object 27"/>
          <p:cNvPicPr/>
          <p:nvPr/>
        </p:nvPicPr>
        <p:blipFill>
          <a:blip r:embed="rId7" cstate="print"/>
          <a:stretch>
            <a:fillRect/>
          </a:stretch>
        </p:blipFill>
        <p:spPr>
          <a:xfrm>
            <a:off x="923544" y="1414272"/>
            <a:ext cx="210312" cy="210312"/>
          </a:xfrm>
          <a:prstGeom prst="rect">
            <a:avLst/>
          </a:prstGeom>
        </p:spPr>
      </p:pic>
      <p:pic>
        <p:nvPicPr>
          <p:cNvPr id="28" name="bg object 28"/>
          <p:cNvPicPr/>
          <p:nvPr/>
        </p:nvPicPr>
        <p:blipFill>
          <a:blip r:embed="rId8" cstate="print"/>
          <a:stretch>
            <a:fillRect/>
          </a:stretch>
        </p:blipFill>
        <p:spPr>
          <a:xfrm>
            <a:off x="920495" y="1341119"/>
            <a:ext cx="307847" cy="286512"/>
          </a:xfrm>
          <a:prstGeom prst="rect">
            <a:avLst/>
          </a:prstGeom>
        </p:spPr>
      </p:pic>
      <p:pic>
        <p:nvPicPr>
          <p:cNvPr id="29" name="bg object 29"/>
          <p:cNvPicPr/>
          <p:nvPr/>
        </p:nvPicPr>
        <p:blipFill>
          <a:blip r:embed="rId9" cstate="print"/>
          <a:stretch>
            <a:fillRect/>
          </a:stretch>
        </p:blipFill>
        <p:spPr>
          <a:xfrm>
            <a:off x="152400" y="152400"/>
            <a:ext cx="1563624" cy="1408176"/>
          </a:xfrm>
          <a:prstGeom prst="rect">
            <a:avLst/>
          </a:prstGeom>
        </p:spPr>
      </p:pic>
      <p:sp>
        <p:nvSpPr>
          <p:cNvPr id="2" name="Holder 2"/>
          <p:cNvSpPr>
            <a:spLocks noGrp="1"/>
          </p:cNvSpPr>
          <p:nvPr>
            <p:ph type="title"/>
          </p:nvPr>
        </p:nvSpPr>
        <p:spPr/>
        <p:txBody>
          <a:bodyPr lIns="0" tIns="0" rIns="0" bIns="0"/>
          <a:lstStyle>
            <a:lvl1pPr>
              <a:defRPr sz="4300" b="0" i="0">
                <a:solidFill>
                  <a:srgbClr val="006EC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8"/>
          </a:xfrm>
          <a:prstGeom prst="rect">
            <a:avLst/>
          </a:prstGeom>
        </p:spPr>
      </p:pic>
      <p:sp>
        <p:nvSpPr>
          <p:cNvPr id="17" name="bg object 17"/>
          <p:cNvSpPr/>
          <p:nvPr/>
        </p:nvSpPr>
        <p:spPr>
          <a:xfrm>
            <a:off x="3047" y="3047"/>
            <a:ext cx="819785" cy="820419"/>
          </a:xfrm>
          <a:custGeom>
            <a:avLst/>
            <a:gdLst/>
            <a:ahLst/>
            <a:cxnLst/>
            <a:rect l="l" t="t" r="r" b="b"/>
            <a:pathLst>
              <a:path w="819785" h="820419">
                <a:moveTo>
                  <a:pt x="819785" y="0"/>
                </a:moveTo>
                <a:lnTo>
                  <a:pt x="505" y="0"/>
                </a:lnTo>
                <a:lnTo>
                  <a:pt x="0" y="819912"/>
                </a:lnTo>
                <a:lnTo>
                  <a:pt x="48642" y="818514"/>
                </a:lnTo>
                <a:lnTo>
                  <a:pt x="96048" y="814451"/>
                </a:lnTo>
                <a:lnTo>
                  <a:pt x="142646" y="807592"/>
                </a:lnTo>
                <a:lnTo>
                  <a:pt x="188353" y="798194"/>
                </a:lnTo>
                <a:lnTo>
                  <a:pt x="233108" y="786384"/>
                </a:lnTo>
                <a:lnTo>
                  <a:pt x="276809" y="772160"/>
                </a:lnTo>
                <a:lnTo>
                  <a:pt x="319405" y="755523"/>
                </a:lnTo>
                <a:lnTo>
                  <a:pt x="360794" y="736600"/>
                </a:lnTo>
                <a:lnTo>
                  <a:pt x="400926" y="715517"/>
                </a:lnTo>
                <a:lnTo>
                  <a:pt x="439712" y="692276"/>
                </a:lnTo>
                <a:lnTo>
                  <a:pt x="477062" y="667003"/>
                </a:lnTo>
                <a:lnTo>
                  <a:pt x="512914" y="639826"/>
                </a:lnTo>
                <a:lnTo>
                  <a:pt x="547192" y="610615"/>
                </a:lnTo>
                <a:lnTo>
                  <a:pt x="579818" y="579754"/>
                </a:lnTo>
                <a:lnTo>
                  <a:pt x="610704" y="547115"/>
                </a:lnTo>
                <a:lnTo>
                  <a:pt x="639787" y="512825"/>
                </a:lnTo>
                <a:lnTo>
                  <a:pt x="666991" y="476885"/>
                </a:lnTo>
                <a:lnTo>
                  <a:pt x="692226" y="439547"/>
                </a:lnTo>
                <a:lnTo>
                  <a:pt x="715429" y="400685"/>
                </a:lnTo>
                <a:lnTo>
                  <a:pt x="736511" y="360552"/>
                </a:lnTo>
                <a:lnTo>
                  <a:pt x="755396" y="319150"/>
                </a:lnTo>
                <a:lnTo>
                  <a:pt x="772020" y="276478"/>
                </a:lnTo>
                <a:lnTo>
                  <a:pt x="786295" y="232791"/>
                </a:lnTo>
                <a:lnTo>
                  <a:pt x="798144" y="187959"/>
                </a:lnTo>
                <a:lnTo>
                  <a:pt x="807491" y="142240"/>
                </a:lnTo>
                <a:lnTo>
                  <a:pt x="814273" y="95630"/>
                </a:lnTo>
                <a:lnTo>
                  <a:pt x="818388" y="48132"/>
                </a:lnTo>
                <a:lnTo>
                  <a:pt x="819785" y="0"/>
                </a:lnTo>
                <a:close/>
              </a:path>
            </a:pathLst>
          </a:custGeom>
          <a:solidFill>
            <a:srgbClr val="FCF8F4">
              <a:alpha val="32940"/>
            </a:srgbClr>
          </a:solidFill>
        </p:spPr>
        <p:txBody>
          <a:bodyPr wrap="square" lIns="0" tIns="0" rIns="0" bIns="0" rtlCol="0"/>
          <a:lstStyle/>
          <a:p>
            <a:endParaRPr/>
          </a:p>
        </p:txBody>
      </p:sp>
      <p:sp>
        <p:nvSpPr>
          <p:cNvPr id="18" name="bg object 18"/>
          <p:cNvSpPr/>
          <p:nvPr/>
        </p:nvSpPr>
        <p:spPr>
          <a:xfrm>
            <a:off x="4572" y="4572"/>
            <a:ext cx="819785" cy="820419"/>
          </a:xfrm>
          <a:custGeom>
            <a:avLst/>
            <a:gdLst/>
            <a:ahLst/>
            <a:cxnLst/>
            <a:rect l="l" t="t" r="r" b="b"/>
            <a:pathLst>
              <a:path w="819785" h="820419">
                <a:moveTo>
                  <a:pt x="819785" y="0"/>
                </a:moveTo>
                <a:lnTo>
                  <a:pt x="818388" y="48132"/>
                </a:lnTo>
                <a:lnTo>
                  <a:pt x="814273" y="95630"/>
                </a:lnTo>
                <a:lnTo>
                  <a:pt x="807491" y="142239"/>
                </a:lnTo>
                <a:lnTo>
                  <a:pt x="798144" y="187959"/>
                </a:lnTo>
                <a:lnTo>
                  <a:pt x="786295" y="232791"/>
                </a:lnTo>
                <a:lnTo>
                  <a:pt x="772020" y="276478"/>
                </a:lnTo>
                <a:lnTo>
                  <a:pt x="755396" y="319150"/>
                </a:lnTo>
                <a:lnTo>
                  <a:pt x="736511" y="360552"/>
                </a:lnTo>
                <a:lnTo>
                  <a:pt x="715429" y="400685"/>
                </a:lnTo>
                <a:lnTo>
                  <a:pt x="692226" y="439547"/>
                </a:lnTo>
                <a:lnTo>
                  <a:pt x="666991" y="476885"/>
                </a:lnTo>
                <a:lnTo>
                  <a:pt x="639787" y="512825"/>
                </a:lnTo>
                <a:lnTo>
                  <a:pt x="610704" y="547115"/>
                </a:lnTo>
                <a:lnTo>
                  <a:pt x="579818" y="579754"/>
                </a:lnTo>
                <a:lnTo>
                  <a:pt x="547192" y="610615"/>
                </a:lnTo>
                <a:lnTo>
                  <a:pt x="512914" y="639826"/>
                </a:lnTo>
                <a:lnTo>
                  <a:pt x="477062" y="667003"/>
                </a:lnTo>
                <a:lnTo>
                  <a:pt x="439712" y="692276"/>
                </a:lnTo>
                <a:lnTo>
                  <a:pt x="400926" y="715517"/>
                </a:lnTo>
                <a:lnTo>
                  <a:pt x="360794" y="736600"/>
                </a:lnTo>
                <a:lnTo>
                  <a:pt x="319405" y="755523"/>
                </a:lnTo>
                <a:lnTo>
                  <a:pt x="276809" y="772160"/>
                </a:lnTo>
                <a:lnTo>
                  <a:pt x="233108" y="786383"/>
                </a:lnTo>
                <a:lnTo>
                  <a:pt x="188353" y="798194"/>
                </a:lnTo>
                <a:lnTo>
                  <a:pt x="142646" y="807592"/>
                </a:lnTo>
                <a:lnTo>
                  <a:pt x="96048" y="814451"/>
                </a:lnTo>
                <a:lnTo>
                  <a:pt x="48642" y="818514"/>
                </a:lnTo>
                <a:lnTo>
                  <a:pt x="505" y="819912"/>
                </a:lnTo>
                <a:lnTo>
                  <a:pt x="336" y="819912"/>
                </a:lnTo>
                <a:lnTo>
                  <a:pt x="168" y="819912"/>
                </a:lnTo>
                <a:lnTo>
                  <a:pt x="0" y="819912"/>
                </a:lnTo>
                <a:lnTo>
                  <a:pt x="505" y="0"/>
                </a:lnTo>
                <a:lnTo>
                  <a:pt x="819785" y="0"/>
                </a:lnTo>
                <a:close/>
              </a:path>
            </a:pathLst>
          </a:custGeom>
          <a:ln w="3175">
            <a:solidFill>
              <a:srgbClr val="D2C39E"/>
            </a:solidFill>
          </a:ln>
        </p:spPr>
        <p:txBody>
          <a:bodyPr wrap="square" lIns="0" tIns="0" rIns="0" bIns="0" rtlCol="0"/>
          <a:lstStyle/>
          <a:p>
            <a:endParaRPr/>
          </a:p>
        </p:txBody>
      </p:sp>
      <p:pic>
        <p:nvPicPr>
          <p:cNvPr id="19" name="bg object 19"/>
          <p:cNvPicPr/>
          <p:nvPr/>
        </p:nvPicPr>
        <p:blipFill>
          <a:blip r:embed="rId8" cstate="print"/>
          <a:stretch>
            <a:fillRect/>
          </a:stretch>
        </p:blipFill>
        <p:spPr>
          <a:xfrm>
            <a:off x="128015" y="6095"/>
            <a:ext cx="1783080" cy="1783079"/>
          </a:xfrm>
          <a:prstGeom prst="rect">
            <a:avLst/>
          </a:prstGeom>
        </p:spPr>
      </p:pic>
      <p:sp>
        <p:nvSpPr>
          <p:cNvPr id="20" name="bg object 20"/>
          <p:cNvSpPr/>
          <p:nvPr/>
        </p:nvSpPr>
        <p:spPr>
          <a:xfrm>
            <a:off x="169163" y="22859"/>
            <a:ext cx="1703705" cy="1703705"/>
          </a:xfrm>
          <a:custGeom>
            <a:avLst/>
            <a:gdLst/>
            <a:ahLst/>
            <a:cxnLst/>
            <a:rect l="l" t="t" r="r" b="b"/>
            <a:pathLst>
              <a:path w="1703705" h="1703705">
                <a:moveTo>
                  <a:pt x="0" y="851789"/>
                </a:moveTo>
                <a:lnTo>
                  <a:pt x="1346" y="803529"/>
                </a:lnTo>
                <a:lnTo>
                  <a:pt x="5346" y="755904"/>
                </a:lnTo>
                <a:lnTo>
                  <a:pt x="11925" y="709041"/>
                </a:lnTo>
                <a:lnTo>
                  <a:pt x="21005" y="663067"/>
                </a:lnTo>
                <a:lnTo>
                  <a:pt x="32512" y="617982"/>
                </a:lnTo>
                <a:lnTo>
                  <a:pt x="46393" y="573913"/>
                </a:lnTo>
                <a:lnTo>
                  <a:pt x="62547" y="530860"/>
                </a:lnTo>
                <a:lnTo>
                  <a:pt x="80937" y="488950"/>
                </a:lnTo>
                <a:lnTo>
                  <a:pt x="101460" y="448310"/>
                </a:lnTo>
                <a:lnTo>
                  <a:pt x="124066" y="408940"/>
                </a:lnTo>
                <a:lnTo>
                  <a:pt x="148666" y="370967"/>
                </a:lnTo>
                <a:lnTo>
                  <a:pt x="175196" y="334264"/>
                </a:lnTo>
                <a:lnTo>
                  <a:pt x="203593" y="299212"/>
                </a:lnTo>
                <a:lnTo>
                  <a:pt x="233768" y="265684"/>
                </a:lnTo>
                <a:lnTo>
                  <a:pt x="265658" y="233807"/>
                </a:lnTo>
                <a:lnTo>
                  <a:pt x="299186" y="203581"/>
                </a:lnTo>
                <a:lnTo>
                  <a:pt x="334289" y="175260"/>
                </a:lnTo>
                <a:lnTo>
                  <a:pt x="370890" y="148717"/>
                </a:lnTo>
                <a:lnTo>
                  <a:pt x="408927" y="124079"/>
                </a:lnTo>
                <a:lnTo>
                  <a:pt x="448309" y="101473"/>
                </a:lnTo>
                <a:lnTo>
                  <a:pt x="488975" y="80899"/>
                </a:lnTo>
                <a:lnTo>
                  <a:pt x="530847" y="62611"/>
                </a:lnTo>
                <a:lnTo>
                  <a:pt x="573862" y="46355"/>
                </a:lnTo>
                <a:lnTo>
                  <a:pt x="617956" y="32512"/>
                </a:lnTo>
                <a:lnTo>
                  <a:pt x="663028" y="20955"/>
                </a:lnTo>
                <a:lnTo>
                  <a:pt x="709028" y="11938"/>
                </a:lnTo>
                <a:lnTo>
                  <a:pt x="755878" y="5334"/>
                </a:lnTo>
                <a:lnTo>
                  <a:pt x="803516" y="1397"/>
                </a:lnTo>
                <a:lnTo>
                  <a:pt x="851852" y="0"/>
                </a:lnTo>
                <a:lnTo>
                  <a:pt x="900188" y="1397"/>
                </a:lnTo>
                <a:lnTo>
                  <a:pt x="947813" y="5334"/>
                </a:lnTo>
                <a:lnTo>
                  <a:pt x="994663" y="11938"/>
                </a:lnTo>
                <a:lnTo>
                  <a:pt x="1040663" y="20955"/>
                </a:lnTo>
                <a:lnTo>
                  <a:pt x="1085735" y="32512"/>
                </a:lnTo>
                <a:lnTo>
                  <a:pt x="1129792" y="46355"/>
                </a:lnTo>
                <a:lnTo>
                  <a:pt x="1172845" y="62611"/>
                </a:lnTo>
                <a:lnTo>
                  <a:pt x="1214755" y="80899"/>
                </a:lnTo>
                <a:lnTo>
                  <a:pt x="1255395" y="101473"/>
                </a:lnTo>
                <a:lnTo>
                  <a:pt x="1294764" y="124079"/>
                </a:lnTo>
                <a:lnTo>
                  <a:pt x="1332738" y="148717"/>
                </a:lnTo>
                <a:lnTo>
                  <a:pt x="1369441" y="175260"/>
                </a:lnTo>
                <a:lnTo>
                  <a:pt x="1404493" y="203581"/>
                </a:lnTo>
                <a:lnTo>
                  <a:pt x="1438020" y="233807"/>
                </a:lnTo>
                <a:lnTo>
                  <a:pt x="1469898" y="265684"/>
                </a:lnTo>
                <a:lnTo>
                  <a:pt x="1500124" y="299212"/>
                </a:lnTo>
                <a:lnTo>
                  <a:pt x="1528445" y="334264"/>
                </a:lnTo>
                <a:lnTo>
                  <a:pt x="1554988" y="370967"/>
                </a:lnTo>
                <a:lnTo>
                  <a:pt x="1579626" y="408940"/>
                </a:lnTo>
                <a:lnTo>
                  <a:pt x="1602232" y="448310"/>
                </a:lnTo>
                <a:lnTo>
                  <a:pt x="1622806" y="488950"/>
                </a:lnTo>
                <a:lnTo>
                  <a:pt x="1641094" y="530860"/>
                </a:lnTo>
                <a:lnTo>
                  <a:pt x="1657350" y="573913"/>
                </a:lnTo>
                <a:lnTo>
                  <a:pt x="1671193" y="617982"/>
                </a:lnTo>
                <a:lnTo>
                  <a:pt x="1682750" y="663067"/>
                </a:lnTo>
                <a:lnTo>
                  <a:pt x="1691767" y="709041"/>
                </a:lnTo>
                <a:lnTo>
                  <a:pt x="1698371" y="755904"/>
                </a:lnTo>
                <a:lnTo>
                  <a:pt x="1702308" y="803529"/>
                </a:lnTo>
                <a:lnTo>
                  <a:pt x="1703705" y="851789"/>
                </a:lnTo>
                <a:lnTo>
                  <a:pt x="1702308" y="900176"/>
                </a:lnTo>
                <a:lnTo>
                  <a:pt x="1698371" y="947801"/>
                </a:lnTo>
                <a:lnTo>
                  <a:pt x="1691767" y="994664"/>
                </a:lnTo>
                <a:lnTo>
                  <a:pt x="1682750" y="1040638"/>
                </a:lnTo>
                <a:lnTo>
                  <a:pt x="1671193" y="1085723"/>
                </a:lnTo>
                <a:lnTo>
                  <a:pt x="1657350" y="1129792"/>
                </a:lnTo>
                <a:lnTo>
                  <a:pt x="1641094" y="1172845"/>
                </a:lnTo>
                <a:lnTo>
                  <a:pt x="1622806" y="1214755"/>
                </a:lnTo>
                <a:lnTo>
                  <a:pt x="1602232" y="1255395"/>
                </a:lnTo>
                <a:lnTo>
                  <a:pt x="1579626" y="1294765"/>
                </a:lnTo>
                <a:lnTo>
                  <a:pt x="1554988" y="1332738"/>
                </a:lnTo>
                <a:lnTo>
                  <a:pt x="1528445" y="1369441"/>
                </a:lnTo>
                <a:lnTo>
                  <a:pt x="1500124" y="1404493"/>
                </a:lnTo>
                <a:lnTo>
                  <a:pt x="1469898" y="1438021"/>
                </a:lnTo>
                <a:lnTo>
                  <a:pt x="1438020" y="1469898"/>
                </a:lnTo>
                <a:lnTo>
                  <a:pt x="1404493" y="1500124"/>
                </a:lnTo>
                <a:lnTo>
                  <a:pt x="1369441" y="1528445"/>
                </a:lnTo>
                <a:lnTo>
                  <a:pt x="1332738" y="1554988"/>
                </a:lnTo>
                <a:lnTo>
                  <a:pt x="1294764" y="1579626"/>
                </a:lnTo>
                <a:lnTo>
                  <a:pt x="1255395" y="1602232"/>
                </a:lnTo>
                <a:lnTo>
                  <a:pt x="1214755" y="1622806"/>
                </a:lnTo>
                <a:lnTo>
                  <a:pt x="1172845" y="1641094"/>
                </a:lnTo>
                <a:lnTo>
                  <a:pt x="1129792" y="1657350"/>
                </a:lnTo>
                <a:lnTo>
                  <a:pt x="1085735" y="1671193"/>
                </a:lnTo>
                <a:lnTo>
                  <a:pt x="1040663" y="1682750"/>
                </a:lnTo>
                <a:lnTo>
                  <a:pt x="994663" y="1691767"/>
                </a:lnTo>
                <a:lnTo>
                  <a:pt x="947813" y="1698371"/>
                </a:lnTo>
                <a:lnTo>
                  <a:pt x="900188" y="1702308"/>
                </a:lnTo>
                <a:lnTo>
                  <a:pt x="851852" y="1703705"/>
                </a:lnTo>
                <a:lnTo>
                  <a:pt x="803516" y="1702308"/>
                </a:lnTo>
                <a:lnTo>
                  <a:pt x="755878" y="1698371"/>
                </a:lnTo>
                <a:lnTo>
                  <a:pt x="709028" y="1691767"/>
                </a:lnTo>
                <a:lnTo>
                  <a:pt x="663028" y="1682750"/>
                </a:lnTo>
                <a:lnTo>
                  <a:pt x="617956" y="1671193"/>
                </a:lnTo>
                <a:lnTo>
                  <a:pt x="573862" y="1657350"/>
                </a:lnTo>
                <a:lnTo>
                  <a:pt x="530847" y="1641094"/>
                </a:lnTo>
                <a:lnTo>
                  <a:pt x="488975" y="1622806"/>
                </a:lnTo>
                <a:lnTo>
                  <a:pt x="448309" y="1602232"/>
                </a:lnTo>
                <a:lnTo>
                  <a:pt x="408927" y="1579626"/>
                </a:lnTo>
                <a:lnTo>
                  <a:pt x="370890" y="1554988"/>
                </a:lnTo>
                <a:lnTo>
                  <a:pt x="334289" y="1528445"/>
                </a:lnTo>
                <a:lnTo>
                  <a:pt x="299186" y="1500124"/>
                </a:lnTo>
                <a:lnTo>
                  <a:pt x="265658" y="1469898"/>
                </a:lnTo>
                <a:lnTo>
                  <a:pt x="233768" y="1438021"/>
                </a:lnTo>
                <a:lnTo>
                  <a:pt x="203593" y="1404493"/>
                </a:lnTo>
                <a:lnTo>
                  <a:pt x="175196" y="1369441"/>
                </a:lnTo>
                <a:lnTo>
                  <a:pt x="148666" y="1332738"/>
                </a:lnTo>
                <a:lnTo>
                  <a:pt x="124066" y="1294765"/>
                </a:lnTo>
                <a:lnTo>
                  <a:pt x="101460" y="1255395"/>
                </a:lnTo>
                <a:lnTo>
                  <a:pt x="80937" y="1214755"/>
                </a:lnTo>
                <a:lnTo>
                  <a:pt x="62547" y="1172845"/>
                </a:lnTo>
                <a:lnTo>
                  <a:pt x="46393" y="1129792"/>
                </a:lnTo>
                <a:lnTo>
                  <a:pt x="32512" y="1085723"/>
                </a:lnTo>
                <a:lnTo>
                  <a:pt x="21005" y="1040638"/>
                </a:lnTo>
                <a:lnTo>
                  <a:pt x="11925" y="994664"/>
                </a:lnTo>
                <a:lnTo>
                  <a:pt x="5346" y="947801"/>
                </a:lnTo>
                <a:lnTo>
                  <a:pt x="1346" y="900176"/>
                </a:lnTo>
                <a:lnTo>
                  <a:pt x="0" y="851789"/>
                </a:lnTo>
                <a:close/>
              </a:path>
            </a:pathLst>
          </a:custGeom>
          <a:ln w="27432">
            <a:solidFill>
              <a:srgbClr val="FFF6DB"/>
            </a:solidFill>
          </a:ln>
        </p:spPr>
        <p:txBody>
          <a:bodyPr wrap="square" lIns="0" tIns="0" rIns="0" bIns="0" rtlCol="0"/>
          <a:lstStyle/>
          <a:p>
            <a:endParaRPr/>
          </a:p>
        </p:txBody>
      </p:sp>
      <p:pic>
        <p:nvPicPr>
          <p:cNvPr id="21" name="bg object 21"/>
          <p:cNvPicPr/>
          <p:nvPr/>
        </p:nvPicPr>
        <p:blipFill>
          <a:blip r:embed="rId9" cstate="print"/>
          <a:stretch>
            <a:fillRect/>
          </a:stretch>
        </p:blipFill>
        <p:spPr>
          <a:xfrm>
            <a:off x="173736" y="1045463"/>
            <a:ext cx="1152144" cy="1149096"/>
          </a:xfrm>
          <a:prstGeom prst="rect">
            <a:avLst/>
          </a:prstGeom>
        </p:spPr>
      </p:pic>
      <p:pic>
        <p:nvPicPr>
          <p:cNvPr id="22" name="bg object 22"/>
          <p:cNvPicPr/>
          <p:nvPr/>
        </p:nvPicPr>
        <p:blipFill>
          <a:blip r:embed="rId10" cstate="print"/>
          <a:stretch>
            <a:fillRect/>
          </a:stretch>
        </p:blipFill>
        <p:spPr>
          <a:xfrm>
            <a:off x="185928" y="1051560"/>
            <a:ext cx="1118616" cy="1109472"/>
          </a:xfrm>
          <a:prstGeom prst="rect">
            <a:avLst/>
          </a:prstGeom>
        </p:spPr>
      </p:pic>
      <p:sp>
        <p:nvSpPr>
          <p:cNvPr id="23" name="bg object 23"/>
          <p:cNvSpPr/>
          <p:nvPr/>
        </p:nvSpPr>
        <p:spPr>
          <a:xfrm>
            <a:off x="185928" y="1051560"/>
            <a:ext cx="1118870" cy="1109345"/>
          </a:xfrm>
          <a:custGeom>
            <a:avLst/>
            <a:gdLst/>
            <a:ahLst/>
            <a:cxnLst/>
            <a:rect l="l" t="t" r="r" b="b"/>
            <a:pathLst>
              <a:path w="1118870" h="1109345">
                <a:moveTo>
                  <a:pt x="118668" y="204215"/>
                </a:moveTo>
                <a:lnTo>
                  <a:pt x="150012" y="168401"/>
                </a:lnTo>
                <a:lnTo>
                  <a:pt x="183781" y="135889"/>
                </a:lnTo>
                <a:lnTo>
                  <a:pt x="219773" y="106934"/>
                </a:lnTo>
                <a:lnTo>
                  <a:pt x="257733" y="81279"/>
                </a:lnTo>
                <a:lnTo>
                  <a:pt x="297434" y="59181"/>
                </a:lnTo>
                <a:lnTo>
                  <a:pt x="338632" y="40512"/>
                </a:lnTo>
                <a:lnTo>
                  <a:pt x="381101" y="25273"/>
                </a:lnTo>
                <a:lnTo>
                  <a:pt x="424599" y="13588"/>
                </a:lnTo>
                <a:lnTo>
                  <a:pt x="468884" y="5461"/>
                </a:lnTo>
                <a:lnTo>
                  <a:pt x="513740" y="888"/>
                </a:lnTo>
                <a:lnTo>
                  <a:pt x="558914" y="0"/>
                </a:lnTo>
                <a:lnTo>
                  <a:pt x="604177" y="2666"/>
                </a:lnTo>
                <a:lnTo>
                  <a:pt x="649287" y="9016"/>
                </a:lnTo>
                <a:lnTo>
                  <a:pt x="694016" y="18923"/>
                </a:lnTo>
                <a:lnTo>
                  <a:pt x="738124" y="32638"/>
                </a:lnTo>
                <a:lnTo>
                  <a:pt x="781380" y="49911"/>
                </a:lnTo>
                <a:lnTo>
                  <a:pt x="823544" y="71119"/>
                </a:lnTo>
                <a:lnTo>
                  <a:pt x="864387" y="96012"/>
                </a:lnTo>
                <a:lnTo>
                  <a:pt x="903655" y="124587"/>
                </a:lnTo>
                <a:lnTo>
                  <a:pt x="940409" y="156463"/>
                </a:lnTo>
                <a:lnTo>
                  <a:pt x="973797" y="190626"/>
                </a:lnTo>
                <a:lnTo>
                  <a:pt x="1003808" y="226822"/>
                </a:lnTo>
                <a:lnTo>
                  <a:pt x="1030389" y="265049"/>
                </a:lnTo>
                <a:lnTo>
                  <a:pt x="1053541" y="304926"/>
                </a:lnTo>
                <a:lnTo>
                  <a:pt x="1073213" y="346075"/>
                </a:lnTo>
                <a:lnTo>
                  <a:pt x="1089406" y="388619"/>
                </a:lnTo>
                <a:lnTo>
                  <a:pt x="1101979" y="431926"/>
                </a:lnTo>
                <a:lnTo>
                  <a:pt x="1111123" y="475995"/>
                </a:lnTo>
                <a:lnTo>
                  <a:pt x="1116584" y="520573"/>
                </a:lnTo>
                <a:lnTo>
                  <a:pt x="1118489" y="565403"/>
                </a:lnTo>
                <a:lnTo>
                  <a:pt x="1116711" y="610235"/>
                </a:lnTo>
                <a:lnTo>
                  <a:pt x="1111250" y="654938"/>
                </a:lnTo>
                <a:lnTo>
                  <a:pt x="1102106" y="699135"/>
                </a:lnTo>
                <a:lnTo>
                  <a:pt x="1089279" y="742568"/>
                </a:lnTo>
                <a:lnTo>
                  <a:pt x="1072578" y="785113"/>
                </a:lnTo>
                <a:lnTo>
                  <a:pt x="1052156" y="826515"/>
                </a:lnTo>
                <a:lnTo>
                  <a:pt x="1027912" y="866520"/>
                </a:lnTo>
                <a:lnTo>
                  <a:pt x="999820" y="904875"/>
                </a:lnTo>
                <a:lnTo>
                  <a:pt x="968476" y="940688"/>
                </a:lnTo>
                <a:lnTo>
                  <a:pt x="934694" y="973074"/>
                </a:lnTo>
                <a:lnTo>
                  <a:pt x="898715" y="1002156"/>
                </a:lnTo>
                <a:lnTo>
                  <a:pt x="860755" y="1027684"/>
                </a:lnTo>
                <a:lnTo>
                  <a:pt x="821055" y="1049909"/>
                </a:lnTo>
                <a:lnTo>
                  <a:pt x="779856" y="1068577"/>
                </a:lnTo>
                <a:lnTo>
                  <a:pt x="737387" y="1083817"/>
                </a:lnTo>
                <a:lnTo>
                  <a:pt x="693889" y="1095375"/>
                </a:lnTo>
                <a:lnTo>
                  <a:pt x="649605" y="1103502"/>
                </a:lnTo>
                <a:lnTo>
                  <a:pt x="604748" y="1108075"/>
                </a:lnTo>
                <a:lnTo>
                  <a:pt x="559574" y="1109090"/>
                </a:lnTo>
                <a:lnTo>
                  <a:pt x="514324" y="1106424"/>
                </a:lnTo>
                <a:lnTo>
                  <a:pt x="469201" y="1100074"/>
                </a:lnTo>
                <a:lnTo>
                  <a:pt x="424472" y="1090167"/>
                </a:lnTo>
                <a:lnTo>
                  <a:pt x="380365" y="1076452"/>
                </a:lnTo>
                <a:lnTo>
                  <a:pt x="337108" y="1059179"/>
                </a:lnTo>
                <a:lnTo>
                  <a:pt x="294944" y="1038098"/>
                </a:lnTo>
                <a:lnTo>
                  <a:pt x="254101" y="1013205"/>
                </a:lnTo>
                <a:lnTo>
                  <a:pt x="214820" y="984503"/>
                </a:lnTo>
                <a:lnTo>
                  <a:pt x="178079" y="952753"/>
                </a:lnTo>
                <a:lnTo>
                  <a:pt x="144678" y="918590"/>
                </a:lnTo>
                <a:lnTo>
                  <a:pt x="114681" y="882268"/>
                </a:lnTo>
                <a:lnTo>
                  <a:pt x="88087" y="844168"/>
                </a:lnTo>
                <a:lnTo>
                  <a:pt x="64935" y="804290"/>
                </a:lnTo>
                <a:lnTo>
                  <a:pt x="45262" y="763015"/>
                </a:lnTo>
                <a:lnTo>
                  <a:pt x="29095" y="720598"/>
                </a:lnTo>
                <a:lnTo>
                  <a:pt x="16446" y="677163"/>
                </a:lnTo>
                <a:lnTo>
                  <a:pt x="7366" y="633094"/>
                </a:lnTo>
                <a:lnTo>
                  <a:pt x="1879" y="588517"/>
                </a:lnTo>
                <a:lnTo>
                  <a:pt x="0" y="543687"/>
                </a:lnTo>
                <a:lnTo>
                  <a:pt x="1765" y="498855"/>
                </a:lnTo>
                <a:lnTo>
                  <a:pt x="7213" y="454278"/>
                </a:lnTo>
                <a:lnTo>
                  <a:pt x="16357" y="410082"/>
                </a:lnTo>
                <a:lnTo>
                  <a:pt x="29248" y="366522"/>
                </a:lnTo>
                <a:lnTo>
                  <a:pt x="45885" y="323976"/>
                </a:lnTo>
                <a:lnTo>
                  <a:pt x="66319" y="282575"/>
                </a:lnTo>
                <a:lnTo>
                  <a:pt x="90576" y="242569"/>
                </a:lnTo>
                <a:lnTo>
                  <a:pt x="118668" y="204215"/>
                </a:lnTo>
                <a:close/>
              </a:path>
              <a:path w="1118870" h="1109345">
                <a:moveTo>
                  <a:pt x="220802" y="285368"/>
                </a:moveTo>
                <a:lnTo>
                  <a:pt x="194144" y="322706"/>
                </a:lnTo>
                <a:lnTo>
                  <a:pt x="172211" y="362076"/>
                </a:lnTo>
                <a:lnTo>
                  <a:pt x="154952" y="402843"/>
                </a:lnTo>
                <a:lnTo>
                  <a:pt x="142341" y="444880"/>
                </a:lnTo>
                <a:lnTo>
                  <a:pt x="134315" y="487806"/>
                </a:lnTo>
                <a:lnTo>
                  <a:pt x="130835" y="531113"/>
                </a:lnTo>
                <a:lnTo>
                  <a:pt x="131851" y="574675"/>
                </a:lnTo>
                <a:lnTo>
                  <a:pt x="137312" y="617854"/>
                </a:lnTo>
                <a:lnTo>
                  <a:pt x="147180" y="660526"/>
                </a:lnTo>
                <a:lnTo>
                  <a:pt x="161417" y="702182"/>
                </a:lnTo>
                <a:lnTo>
                  <a:pt x="179958" y="742441"/>
                </a:lnTo>
                <a:lnTo>
                  <a:pt x="202768" y="781050"/>
                </a:lnTo>
                <a:lnTo>
                  <a:pt x="229793" y="817499"/>
                </a:lnTo>
                <a:lnTo>
                  <a:pt x="260997" y="851535"/>
                </a:lnTo>
                <a:lnTo>
                  <a:pt x="296341" y="882776"/>
                </a:lnTo>
                <a:lnTo>
                  <a:pt x="334759" y="910209"/>
                </a:lnTo>
                <a:lnTo>
                  <a:pt x="375005" y="932941"/>
                </a:lnTo>
                <a:lnTo>
                  <a:pt x="416712" y="951102"/>
                </a:lnTo>
                <a:lnTo>
                  <a:pt x="459524" y="964691"/>
                </a:lnTo>
                <a:lnTo>
                  <a:pt x="503047" y="973836"/>
                </a:lnTo>
                <a:lnTo>
                  <a:pt x="546938" y="978407"/>
                </a:lnTo>
                <a:lnTo>
                  <a:pt x="590829" y="978535"/>
                </a:lnTo>
                <a:lnTo>
                  <a:pt x="634339" y="974343"/>
                </a:lnTo>
                <a:lnTo>
                  <a:pt x="677113" y="965580"/>
                </a:lnTo>
                <a:lnTo>
                  <a:pt x="718781" y="952626"/>
                </a:lnTo>
                <a:lnTo>
                  <a:pt x="758977" y="935354"/>
                </a:lnTo>
                <a:lnTo>
                  <a:pt x="797331" y="913764"/>
                </a:lnTo>
                <a:lnTo>
                  <a:pt x="833475" y="887984"/>
                </a:lnTo>
                <a:lnTo>
                  <a:pt x="867054" y="857885"/>
                </a:lnTo>
                <a:lnTo>
                  <a:pt x="897686" y="823722"/>
                </a:lnTo>
                <a:lnTo>
                  <a:pt x="924344" y="786384"/>
                </a:lnTo>
                <a:lnTo>
                  <a:pt x="946277" y="747140"/>
                </a:lnTo>
                <a:lnTo>
                  <a:pt x="963536" y="706247"/>
                </a:lnTo>
                <a:lnTo>
                  <a:pt x="976147" y="664210"/>
                </a:lnTo>
                <a:lnTo>
                  <a:pt x="984173" y="621284"/>
                </a:lnTo>
                <a:lnTo>
                  <a:pt x="987666" y="577976"/>
                </a:lnTo>
                <a:lnTo>
                  <a:pt x="986650" y="534415"/>
                </a:lnTo>
                <a:lnTo>
                  <a:pt x="981176" y="491236"/>
                </a:lnTo>
                <a:lnTo>
                  <a:pt x="971308" y="448690"/>
                </a:lnTo>
                <a:lnTo>
                  <a:pt x="957084" y="407035"/>
                </a:lnTo>
                <a:lnTo>
                  <a:pt x="938542" y="366775"/>
                </a:lnTo>
                <a:lnTo>
                  <a:pt x="915733" y="328167"/>
                </a:lnTo>
                <a:lnTo>
                  <a:pt x="888695" y="291718"/>
                </a:lnTo>
                <a:lnTo>
                  <a:pt x="857491" y="257555"/>
                </a:lnTo>
                <a:lnTo>
                  <a:pt x="822159" y="226313"/>
                </a:lnTo>
                <a:lnTo>
                  <a:pt x="783742" y="199009"/>
                </a:lnTo>
                <a:lnTo>
                  <a:pt x="743483" y="176149"/>
                </a:lnTo>
                <a:lnTo>
                  <a:pt x="701776" y="157987"/>
                </a:lnTo>
                <a:lnTo>
                  <a:pt x="658977" y="144399"/>
                </a:lnTo>
                <a:lnTo>
                  <a:pt x="615442" y="135381"/>
                </a:lnTo>
                <a:lnTo>
                  <a:pt x="571550" y="130810"/>
                </a:lnTo>
                <a:lnTo>
                  <a:pt x="527659" y="130555"/>
                </a:lnTo>
                <a:lnTo>
                  <a:pt x="484149" y="134874"/>
                </a:lnTo>
                <a:lnTo>
                  <a:pt x="441375" y="143510"/>
                </a:lnTo>
                <a:lnTo>
                  <a:pt x="399707" y="156590"/>
                </a:lnTo>
                <a:lnTo>
                  <a:pt x="359511" y="173862"/>
                </a:lnTo>
                <a:lnTo>
                  <a:pt x="321157" y="195452"/>
                </a:lnTo>
                <a:lnTo>
                  <a:pt x="285013" y="221234"/>
                </a:lnTo>
                <a:lnTo>
                  <a:pt x="251434" y="251205"/>
                </a:lnTo>
                <a:lnTo>
                  <a:pt x="220802" y="285368"/>
                </a:lnTo>
                <a:close/>
              </a:path>
            </a:pathLst>
          </a:custGeom>
          <a:ln w="6096">
            <a:solidFill>
              <a:srgbClr val="C5B791"/>
            </a:solidFill>
          </a:ln>
        </p:spPr>
        <p:txBody>
          <a:bodyPr wrap="square" lIns="0" tIns="0" rIns="0" bIns="0" rtlCol="0"/>
          <a:lstStyle/>
          <a:p>
            <a:endParaRPr/>
          </a:p>
        </p:txBody>
      </p:sp>
      <p:sp>
        <p:nvSpPr>
          <p:cNvPr id="24" name="bg object 24"/>
          <p:cNvSpPr/>
          <p:nvPr/>
        </p:nvSpPr>
        <p:spPr>
          <a:xfrm>
            <a:off x="1014983" y="0"/>
            <a:ext cx="8129270" cy="6858000"/>
          </a:xfrm>
          <a:custGeom>
            <a:avLst/>
            <a:gdLst/>
            <a:ahLst/>
            <a:cxnLst/>
            <a:rect l="l" t="t" r="r" b="b"/>
            <a:pathLst>
              <a:path w="8129270" h="6858000">
                <a:moveTo>
                  <a:pt x="8129016" y="0"/>
                </a:moveTo>
                <a:lnTo>
                  <a:pt x="0" y="0"/>
                </a:lnTo>
                <a:lnTo>
                  <a:pt x="0" y="6858000"/>
                </a:lnTo>
                <a:lnTo>
                  <a:pt x="8129016" y="6858000"/>
                </a:lnTo>
                <a:lnTo>
                  <a:pt x="8129016" y="0"/>
                </a:lnTo>
                <a:close/>
              </a:path>
            </a:pathLst>
          </a:custGeom>
          <a:solidFill>
            <a:srgbClr val="FFFFFF"/>
          </a:solidFill>
        </p:spPr>
        <p:txBody>
          <a:bodyPr wrap="square" lIns="0" tIns="0" rIns="0" bIns="0" rtlCol="0"/>
          <a:lstStyle/>
          <a:p>
            <a:endParaRPr/>
          </a:p>
        </p:txBody>
      </p:sp>
      <p:pic>
        <p:nvPicPr>
          <p:cNvPr id="25" name="bg object 25"/>
          <p:cNvPicPr/>
          <p:nvPr/>
        </p:nvPicPr>
        <p:blipFill>
          <a:blip r:embed="rId11" cstate="print"/>
          <a:stretch>
            <a:fillRect/>
          </a:stretch>
        </p:blipFill>
        <p:spPr>
          <a:xfrm>
            <a:off x="935736" y="0"/>
            <a:ext cx="149352" cy="6857998"/>
          </a:xfrm>
          <a:prstGeom prst="rect">
            <a:avLst/>
          </a:prstGeom>
        </p:spPr>
      </p:pic>
      <p:sp>
        <p:nvSpPr>
          <p:cNvPr id="26" name="bg object 26"/>
          <p:cNvSpPr/>
          <p:nvPr/>
        </p:nvSpPr>
        <p:spPr>
          <a:xfrm>
            <a:off x="1014983" y="0"/>
            <a:ext cx="73025" cy="6858000"/>
          </a:xfrm>
          <a:custGeom>
            <a:avLst/>
            <a:gdLst/>
            <a:ahLst/>
            <a:cxnLst/>
            <a:rect l="l" t="t" r="r" b="b"/>
            <a:pathLst>
              <a:path w="73025" h="6858000">
                <a:moveTo>
                  <a:pt x="72649" y="0"/>
                </a:moveTo>
                <a:lnTo>
                  <a:pt x="0" y="0"/>
                </a:lnTo>
                <a:lnTo>
                  <a:pt x="0" y="6858000"/>
                </a:lnTo>
                <a:lnTo>
                  <a:pt x="72649" y="6858000"/>
                </a:lnTo>
                <a:lnTo>
                  <a:pt x="72649"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1542414" y="348183"/>
            <a:ext cx="7507605" cy="680719"/>
          </a:xfrm>
          <a:prstGeom prst="rect">
            <a:avLst/>
          </a:prstGeom>
        </p:spPr>
        <p:txBody>
          <a:bodyPr wrap="square" lIns="0" tIns="0" rIns="0" bIns="0">
            <a:spAutoFit/>
          </a:bodyPr>
          <a:lstStyle>
            <a:lvl1pPr>
              <a:defRPr sz="4300" b="0" i="0">
                <a:solidFill>
                  <a:srgbClr val="006EC0"/>
                </a:solidFill>
                <a:latin typeface="Trebuchet MS"/>
                <a:cs typeface="Trebuchet MS"/>
              </a:defRPr>
            </a:lvl1pPr>
          </a:lstStyle>
          <a:p>
            <a:endParaRPr/>
          </a:p>
        </p:txBody>
      </p:sp>
      <p:sp>
        <p:nvSpPr>
          <p:cNvPr id="3" name="Holder 3"/>
          <p:cNvSpPr>
            <a:spLocks noGrp="1"/>
          </p:cNvSpPr>
          <p:nvPr>
            <p:ph type="body" idx="1"/>
          </p:nvPr>
        </p:nvSpPr>
        <p:spPr>
          <a:xfrm>
            <a:off x="1569847" y="1294637"/>
            <a:ext cx="7271384" cy="4476115"/>
          </a:xfrm>
          <a:prstGeom prst="rect">
            <a:avLst/>
          </a:prstGeom>
        </p:spPr>
        <p:txBody>
          <a:bodyPr wrap="square" lIns="0" tIns="0" rIns="0" bIns="0">
            <a:spAutoFit/>
          </a:bodyPr>
          <a:lstStyle>
            <a:lvl1pPr>
              <a:defRPr sz="2000" b="0" i="0">
                <a:solidFill>
                  <a:srgbClr val="300D04"/>
                </a:solidFill>
                <a:latin typeface="Trebuchet MS"/>
                <a:cs typeface="Trebuchet MS"/>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png"/><Relationship Id="rId7"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24.jpg"/><Relationship Id="rId5" Type="http://schemas.openxmlformats.org/officeDocument/2006/relationships/image" Target="../media/image8.png"/><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80744" y="152400"/>
            <a:ext cx="7620000" cy="2593975"/>
            <a:chOff x="1380744" y="152400"/>
            <a:chExt cx="7620000" cy="2593975"/>
          </a:xfrm>
        </p:grpSpPr>
        <p:pic>
          <p:nvPicPr>
            <p:cNvPr id="3" name="object 3"/>
            <p:cNvPicPr/>
            <p:nvPr/>
          </p:nvPicPr>
          <p:blipFill>
            <a:blip r:embed="rId2" cstate="print"/>
            <a:stretch>
              <a:fillRect/>
            </a:stretch>
          </p:blipFill>
          <p:spPr>
            <a:xfrm>
              <a:off x="1548384" y="152400"/>
              <a:ext cx="701040" cy="826008"/>
            </a:xfrm>
            <a:prstGeom prst="rect">
              <a:avLst/>
            </a:prstGeom>
          </p:spPr>
        </p:pic>
        <p:pic>
          <p:nvPicPr>
            <p:cNvPr id="4" name="object 4"/>
            <p:cNvPicPr/>
            <p:nvPr/>
          </p:nvPicPr>
          <p:blipFill>
            <a:blip r:embed="rId3" cstate="print"/>
            <a:stretch>
              <a:fillRect/>
            </a:stretch>
          </p:blipFill>
          <p:spPr>
            <a:xfrm>
              <a:off x="1825752" y="195071"/>
              <a:ext cx="554736" cy="569976"/>
            </a:xfrm>
            <a:prstGeom prst="rect">
              <a:avLst/>
            </a:prstGeom>
          </p:spPr>
        </p:pic>
        <p:pic>
          <p:nvPicPr>
            <p:cNvPr id="5" name="object 5"/>
            <p:cNvPicPr/>
            <p:nvPr/>
          </p:nvPicPr>
          <p:blipFill>
            <a:blip r:embed="rId4" cstate="print"/>
            <a:stretch>
              <a:fillRect/>
            </a:stretch>
          </p:blipFill>
          <p:spPr>
            <a:xfrm>
              <a:off x="2057400" y="152400"/>
              <a:ext cx="6775704" cy="826008"/>
            </a:xfrm>
            <a:prstGeom prst="rect">
              <a:avLst/>
            </a:prstGeom>
          </p:spPr>
        </p:pic>
        <p:pic>
          <p:nvPicPr>
            <p:cNvPr id="6" name="object 6"/>
            <p:cNvPicPr/>
            <p:nvPr/>
          </p:nvPicPr>
          <p:blipFill>
            <a:blip r:embed="rId5" cstate="print"/>
            <a:stretch>
              <a:fillRect/>
            </a:stretch>
          </p:blipFill>
          <p:spPr>
            <a:xfrm>
              <a:off x="2273808" y="591312"/>
              <a:ext cx="5833872" cy="829056"/>
            </a:xfrm>
            <a:prstGeom prst="rect">
              <a:avLst/>
            </a:prstGeom>
          </p:spPr>
        </p:pic>
        <p:pic>
          <p:nvPicPr>
            <p:cNvPr id="7" name="object 7"/>
            <p:cNvPicPr/>
            <p:nvPr/>
          </p:nvPicPr>
          <p:blipFill>
            <a:blip r:embed="rId6" cstate="print"/>
            <a:stretch>
              <a:fillRect/>
            </a:stretch>
          </p:blipFill>
          <p:spPr>
            <a:xfrm>
              <a:off x="1380744" y="1033272"/>
              <a:ext cx="7620000" cy="829055"/>
            </a:xfrm>
            <a:prstGeom prst="rect">
              <a:avLst/>
            </a:prstGeom>
          </p:spPr>
        </p:pic>
        <p:pic>
          <p:nvPicPr>
            <p:cNvPr id="8" name="object 8"/>
            <p:cNvPicPr/>
            <p:nvPr/>
          </p:nvPicPr>
          <p:blipFill>
            <a:blip r:embed="rId7" cstate="print"/>
            <a:stretch>
              <a:fillRect/>
            </a:stretch>
          </p:blipFill>
          <p:spPr>
            <a:xfrm>
              <a:off x="3291839" y="1478280"/>
              <a:ext cx="3700271" cy="826008"/>
            </a:xfrm>
            <a:prstGeom prst="rect">
              <a:avLst/>
            </a:prstGeom>
          </p:spPr>
        </p:pic>
        <p:pic>
          <p:nvPicPr>
            <p:cNvPr id="9" name="object 9"/>
            <p:cNvPicPr/>
            <p:nvPr/>
          </p:nvPicPr>
          <p:blipFill>
            <a:blip r:embed="rId8" cstate="print"/>
            <a:stretch>
              <a:fillRect/>
            </a:stretch>
          </p:blipFill>
          <p:spPr>
            <a:xfrm>
              <a:off x="3355848" y="1917192"/>
              <a:ext cx="1652016" cy="829055"/>
            </a:xfrm>
            <a:prstGeom prst="rect">
              <a:avLst/>
            </a:prstGeom>
          </p:spPr>
        </p:pic>
        <p:pic>
          <p:nvPicPr>
            <p:cNvPr id="10" name="object 10"/>
            <p:cNvPicPr/>
            <p:nvPr/>
          </p:nvPicPr>
          <p:blipFill>
            <a:blip r:embed="rId9" cstate="print"/>
            <a:stretch>
              <a:fillRect/>
            </a:stretch>
          </p:blipFill>
          <p:spPr>
            <a:xfrm>
              <a:off x="4511039" y="1917192"/>
              <a:ext cx="618743" cy="829055"/>
            </a:xfrm>
            <a:prstGeom prst="rect">
              <a:avLst/>
            </a:prstGeom>
          </p:spPr>
        </p:pic>
        <p:pic>
          <p:nvPicPr>
            <p:cNvPr id="11" name="object 11"/>
            <p:cNvPicPr/>
            <p:nvPr/>
          </p:nvPicPr>
          <p:blipFill>
            <a:blip r:embed="rId10" cstate="print"/>
            <a:stretch>
              <a:fillRect/>
            </a:stretch>
          </p:blipFill>
          <p:spPr>
            <a:xfrm>
              <a:off x="4632959" y="1917192"/>
              <a:ext cx="2295143" cy="829055"/>
            </a:xfrm>
            <a:prstGeom prst="rect">
              <a:avLst/>
            </a:prstGeom>
          </p:spPr>
        </p:pic>
      </p:grpSp>
      <p:sp>
        <p:nvSpPr>
          <p:cNvPr id="12" name="object 12"/>
          <p:cNvSpPr txBox="1">
            <a:spLocks noGrp="1"/>
          </p:cNvSpPr>
          <p:nvPr>
            <p:ph type="title"/>
          </p:nvPr>
        </p:nvSpPr>
        <p:spPr>
          <a:xfrm>
            <a:off x="1615439" y="234518"/>
            <a:ext cx="7066915" cy="2237105"/>
          </a:xfrm>
          <a:prstGeom prst="rect">
            <a:avLst/>
          </a:prstGeom>
        </p:spPr>
        <p:txBody>
          <a:bodyPr vert="horz" wrap="square" lIns="0" tIns="13335" rIns="0" bIns="0" rtlCol="0">
            <a:spAutoFit/>
          </a:bodyPr>
          <a:lstStyle/>
          <a:p>
            <a:pPr marL="38100" marR="30480" indent="2540" algn="ctr">
              <a:lnSpc>
                <a:spcPct val="100000"/>
              </a:lnSpc>
              <a:spcBef>
                <a:spcPts val="105"/>
              </a:spcBef>
            </a:pPr>
            <a:r>
              <a:rPr sz="2900" b="1" dirty="0">
                <a:solidFill>
                  <a:srgbClr val="552112"/>
                </a:solidFill>
                <a:latin typeface="Trebuchet MS"/>
                <a:cs typeface="Trebuchet MS"/>
              </a:rPr>
              <a:t>1</a:t>
            </a:r>
            <a:r>
              <a:rPr sz="2850" b="1" baseline="20467" dirty="0">
                <a:solidFill>
                  <a:srgbClr val="552112"/>
                </a:solidFill>
                <a:latin typeface="Trebuchet MS"/>
                <a:cs typeface="Trebuchet MS"/>
              </a:rPr>
              <a:t>st</a:t>
            </a:r>
            <a:r>
              <a:rPr sz="2850" b="1" spc="419" baseline="20467" dirty="0">
                <a:solidFill>
                  <a:srgbClr val="552112"/>
                </a:solidFill>
                <a:latin typeface="Trebuchet MS"/>
                <a:cs typeface="Trebuchet MS"/>
              </a:rPr>
              <a:t> </a:t>
            </a:r>
            <a:r>
              <a:rPr sz="2900" b="1" dirty="0">
                <a:solidFill>
                  <a:srgbClr val="552112"/>
                </a:solidFill>
                <a:latin typeface="Trebuchet MS"/>
                <a:cs typeface="Trebuchet MS"/>
              </a:rPr>
              <a:t>National</a:t>
            </a:r>
            <a:r>
              <a:rPr sz="2900" b="1" spc="25" dirty="0">
                <a:solidFill>
                  <a:srgbClr val="552112"/>
                </a:solidFill>
                <a:latin typeface="Trebuchet MS"/>
                <a:cs typeface="Trebuchet MS"/>
              </a:rPr>
              <a:t> </a:t>
            </a:r>
            <a:r>
              <a:rPr sz="2900" b="1" dirty="0">
                <a:solidFill>
                  <a:srgbClr val="552112"/>
                </a:solidFill>
                <a:latin typeface="Trebuchet MS"/>
                <a:cs typeface="Trebuchet MS"/>
              </a:rPr>
              <a:t>Conference</a:t>
            </a:r>
            <a:r>
              <a:rPr sz="2900" b="1" spc="-90" dirty="0">
                <a:solidFill>
                  <a:srgbClr val="552112"/>
                </a:solidFill>
                <a:latin typeface="Trebuchet MS"/>
                <a:cs typeface="Trebuchet MS"/>
              </a:rPr>
              <a:t> </a:t>
            </a:r>
            <a:r>
              <a:rPr sz="2900" b="1" dirty="0">
                <a:solidFill>
                  <a:srgbClr val="552112"/>
                </a:solidFill>
                <a:latin typeface="Trebuchet MS"/>
                <a:cs typeface="Trebuchet MS"/>
              </a:rPr>
              <a:t>on</a:t>
            </a:r>
            <a:r>
              <a:rPr sz="2900" b="1" spc="-5" dirty="0">
                <a:solidFill>
                  <a:srgbClr val="552112"/>
                </a:solidFill>
                <a:latin typeface="Trebuchet MS"/>
                <a:cs typeface="Trebuchet MS"/>
              </a:rPr>
              <a:t> </a:t>
            </a:r>
            <a:r>
              <a:rPr sz="2900" b="1" spc="-10" dirty="0">
                <a:solidFill>
                  <a:srgbClr val="552112"/>
                </a:solidFill>
                <a:latin typeface="Trebuchet MS"/>
                <a:cs typeface="Trebuchet MS"/>
              </a:rPr>
              <a:t>Sustainable </a:t>
            </a:r>
            <a:r>
              <a:rPr sz="2900" b="1" dirty="0">
                <a:solidFill>
                  <a:srgbClr val="552112"/>
                </a:solidFill>
                <a:latin typeface="Trebuchet MS"/>
                <a:cs typeface="Trebuchet MS"/>
              </a:rPr>
              <a:t>Civil</a:t>
            </a:r>
            <a:r>
              <a:rPr sz="2900" b="1" spc="-50" dirty="0">
                <a:solidFill>
                  <a:srgbClr val="552112"/>
                </a:solidFill>
                <a:latin typeface="Trebuchet MS"/>
                <a:cs typeface="Trebuchet MS"/>
              </a:rPr>
              <a:t> </a:t>
            </a:r>
            <a:r>
              <a:rPr sz="2900" b="1" dirty="0">
                <a:solidFill>
                  <a:srgbClr val="552112"/>
                </a:solidFill>
                <a:latin typeface="Trebuchet MS"/>
                <a:cs typeface="Trebuchet MS"/>
              </a:rPr>
              <a:t>Engineering</a:t>
            </a:r>
            <a:r>
              <a:rPr sz="2900" b="1" spc="-55" dirty="0">
                <a:solidFill>
                  <a:srgbClr val="552112"/>
                </a:solidFill>
                <a:latin typeface="Trebuchet MS"/>
                <a:cs typeface="Trebuchet MS"/>
              </a:rPr>
              <a:t> </a:t>
            </a:r>
            <a:r>
              <a:rPr sz="2900" b="1" dirty="0">
                <a:solidFill>
                  <a:srgbClr val="552112"/>
                </a:solidFill>
                <a:latin typeface="Trebuchet MS"/>
                <a:cs typeface="Trebuchet MS"/>
              </a:rPr>
              <a:t>&amp;</a:t>
            </a:r>
            <a:r>
              <a:rPr sz="2900" b="1" spc="120" dirty="0">
                <a:solidFill>
                  <a:srgbClr val="552112"/>
                </a:solidFill>
                <a:latin typeface="Trebuchet MS"/>
                <a:cs typeface="Trebuchet MS"/>
              </a:rPr>
              <a:t> </a:t>
            </a:r>
            <a:r>
              <a:rPr sz="2900" b="1" spc="-10" dirty="0">
                <a:solidFill>
                  <a:srgbClr val="552112"/>
                </a:solidFill>
                <a:latin typeface="Trebuchet MS"/>
                <a:cs typeface="Trebuchet MS"/>
              </a:rPr>
              <a:t>Geospatial </a:t>
            </a:r>
            <a:r>
              <a:rPr sz="2900" b="1" spc="-60" dirty="0">
                <a:solidFill>
                  <a:srgbClr val="552112"/>
                </a:solidFill>
                <a:latin typeface="Trebuchet MS"/>
                <a:cs typeface="Trebuchet MS"/>
              </a:rPr>
              <a:t>Technologies:</a:t>
            </a:r>
            <a:r>
              <a:rPr sz="2900" b="1" spc="-500" dirty="0">
                <a:solidFill>
                  <a:srgbClr val="552112"/>
                </a:solidFill>
                <a:latin typeface="Trebuchet MS"/>
                <a:cs typeface="Trebuchet MS"/>
              </a:rPr>
              <a:t> </a:t>
            </a:r>
            <a:r>
              <a:rPr sz="2900" b="1" dirty="0">
                <a:solidFill>
                  <a:srgbClr val="552112"/>
                </a:solidFill>
                <a:latin typeface="Trebuchet MS"/>
                <a:cs typeface="Trebuchet MS"/>
              </a:rPr>
              <a:t>Materials</a:t>
            </a:r>
            <a:r>
              <a:rPr sz="2900" b="1" spc="-55" dirty="0">
                <a:solidFill>
                  <a:srgbClr val="552112"/>
                </a:solidFill>
                <a:latin typeface="Trebuchet MS"/>
                <a:cs typeface="Trebuchet MS"/>
              </a:rPr>
              <a:t> </a:t>
            </a:r>
            <a:r>
              <a:rPr sz="2900" b="1" dirty="0">
                <a:solidFill>
                  <a:srgbClr val="552112"/>
                </a:solidFill>
                <a:latin typeface="Trebuchet MS"/>
                <a:cs typeface="Trebuchet MS"/>
              </a:rPr>
              <a:t>&amp;</a:t>
            </a:r>
            <a:r>
              <a:rPr sz="2900" b="1" spc="95" dirty="0">
                <a:solidFill>
                  <a:srgbClr val="552112"/>
                </a:solidFill>
                <a:latin typeface="Trebuchet MS"/>
                <a:cs typeface="Trebuchet MS"/>
              </a:rPr>
              <a:t> </a:t>
            </a:r>
            <a:r>
              <a:rPr sz="2900" b="1" dirty="0">
                <a:solidFill>
                  <a:srgbClr val="552112"/>
                </a:solidFill>
                <a:latin typeface="Trebuchet MS"/>
                <a:cs typeface="Trebuchet MS"/>
              </a:rPr>
              <a:t>Innovations</a:t>
            </a:r>
            <a:r>
              <a:rPr sz="2900" b="1" spc="-20" dirty="0">
                <a:solidFill>
                  <a:srgbClr val="552112"/>
                </a:solidFill>
                <a:latin typeface="Trebuchet MS"/>
                <a:cs typeface="Trebuchet MS"/>
              </a:rPr>
              <a:t> </a:t>
            </a:r>
            <a:r>
              <a:rPr sz="2900" b="1" spc="-25" dirty="0">
                <a:solidFill>
                  <a:srgbClr val="552112"/>
                </a:solidFill>
                <a:latin typeface="Trebuchet MS"/>
                <a:cs typeface="Trebuchet MS"/>
              </a:rPr>
              <a:t>for </a:t>
            </a:r>
            <a:r>
              <a:rPr sz="2900" b="1" spc="50" dirty="0">
                <a:solidFill>
                  <a:srgbClr val="552112"/>
                </a:solidFill>
                <a:latin typeface="Trebuchet MS"/>
                <a:cs typeface="Trebuchet MS"/>
              </a:rPr>
              <a:t>Climate</a:t>
            </a:r>
            <a:r>
              <a:rPr sz="2900" b="1" spc="40" dirty="0">
                <a:solidFill>
                  <a:srgbClr val="552112"/>
                </a:solidFill>
                <a:latin typeface="Trebuchet MS"/>
                <a:cs typeface="Trebuchet MS"/>
              </a:rPr>
              <a:t> </a:t>
            </a:r>
            <a:r>
              <a:rPr sz="2900" b="1" spc="-10" dirty="0">
                <a:solidFill>
                  <a:srgbClr val="552112"/>
                </a:solidFill>
                <a:latin typeface="Trebuchet MS"/>
                <a:cs typeface="Trebuchet MS"/>
              </a:rPr>
              <a:t>Resilience</a:t>
            </a:r>
            <a:endParaRPr sz="2900">
              <a:latin typeface="Trebuchet MS"/>
              <a:cs typeface="Trebuchet MS"/>
            </a:endParaRPr>
          </a:p>
          <a:p>
            <a:pPr marR="2540" algn="ctr">
              <a:lnSpc>
                <a:spcPct val="100000"/>
              </a:lnSpc>
              <a:spcBef>
                <a:spcPts val="5"/>
              </a:spcBef>
            </a:pPr>
            <a:r>
              <a:rPr sz="2900" b="1" spc="190" dirty="0">
                <a:solidFill>
                  <a:srgbClr val="552112"/>
                </a:solidFill>
                <a:latin typeface="Trebuchet MS"/>
                <a:cs typeface="Trebuchet MS"/>
              </a:rPr>
              <a:t>(</a:t>
            </a:r>
            <a:r>
              <a:rPr sz="2900" b="1" spc="204" dirty="0">
                <a:solidFill>
                  <a:srgbClr val="552112"/>
                </a:solidFill>
                <a:latin typeface="Trebuchet MS"/>
                <a:cs typeface="Trebuchet MS"/>
              </a:rPr>
              <a:t>N</a:t>
            </a:r>
            <a:r>
              <a:rPr sz="2900" b="1" spc="210" dirty="0">
                <a:solidFill>
                  <a:srgbClr val="552112"/>
                </a:solidFill>
                <a:latin typeface="Trebuchet MS"/>
                <a:cs typeface="Trebuchet MS"/>
              </a:rPr>
              <a:t>C</a:t>
            </a:r>
            <a:r>
              <a:rPr sz="2900" b="1" spc="40" dirty="0">
                <a:solidFill>
                  <a:srgbClr val="552112"/>
                </a:solidFill>
                <a:latin typeface="Trebuchet MS"/>
                <a:cs typeface="Trebuchet MS"/>
              </a:rPr>
              <a:t>R</a:t>
            </a:r>
            <a:r>
              <a:rPr sz="2900" b="1" spc="-350" dirty="0">
                <a:solidFill>
                  <a:srgbClr val="552112"/>
                </a:solidFill>
                <a:latin typeface="Trebuchet MS"/>
                <a:cs typeface="Trebuchet MS"/>
              </a:rPr>
              <a:t>T</a:t>
            </a:r>
            <a:r>
              <a:rPr sz="2900" b="1" spc="195" dirty="0">
                <a:solidFill>
                  <a:srgbClr val="552112"/>
                </a:solidFill>
                <a:latin typeface="Trebuchet MS"/>
                <a:cs typeface="Trebuchet MS"/>
              </a:rPr>
              <a:t>-</a:t>
            </a:r>
            <a:r>
              <a:rPr sz="2900" b="1" spc="-20" dirty="0">
                <a:solidFill>
                  <a:srgbClr val="552112"/>
                </a:solidFill>
                <a:latin typeface="Trebuchet MS"/>
                <a:cs typeface="Trebuchet MS"/>
              </a:rPr>
              <a:t>S</a:t>
            </a:r>
            <a:r>
              <a:rPr sz="2900" b="1" spc="-575" dirty="0">
                <a:solidFill>
                  <a:srgbClr val="552112"/>
                </a:solidFill>
                <a:latin typeface="Trebuchet MS"/>
                <a:cs typeface="Trebuchet MS"/>
              </a:rPr>
              <a:t> </a:t>
            </a:r>
            <a:r>
              <a:rPr sz="2900" b="1" spc="140" dirty="0">
                <a:solidFill>
                  <a:srgbClr val="552112"/>
                </a:solidFill>
                <a:latin typeface="Trebuchet MS"/>
                <a:cs typeface="Trebuchet MS"/>
              </a:rPr>
              <a:t>CE</a:t>
            </a:r>
            <a:r>
              <a:rPr sz="2900" b="1" spc="280" dirty="0">
                <a:solidFill>
                  <a:srgbClr val="552112"/>
                </a:solidFill>
                <a:latin typeface="Trebuchet MS"/>
                <a:cs typeface="Trebuchet MS"/>
              </a:rPr>
              <a:t> </a:t>
            </a:r>
            <a:r>
              <a:rPr sz="2900" b="1" spc="-10" dirty="0">
                <a:solidFill>
                  <a:srgbClr val="552112"/>
                </a:solidFill>
                <a:latin typeface="Trebuchet MS"/>
                <a:cs typeface="Trebuchet MS"/>
              </a:rPr>
              <a:t>2026)</a:t>
            </a:r>
            <a:endParaRPr sz="2900">
              <a:latin typeface="Trebuchet MS"/>
              <a:cs typeface="Trebuchet MS"/>
            </a:endParaRPr>
          </a:p>
        </p:txBody>
      </p:sp>
      <p:sp>
        <p:nvSpPr>
          <p:cNvPr id="23" name="object 23"/>
          <p:cNvSpPr txBox="1"/>
          <p:nvPr/>
        </p:nvSpPr>
        <p:spPr>
          <a:xfrm>
            <a:off x="2103120" y="2826989"/>
            <a:ext cx="6199505" cy="2056130"/>
          </a:xfrm>
          <a:prstGeom prst="rect">
            <a:avLst/>
          </a:prstGeom>
        </p:spPr>
        <p:txBody>
          <a:bodyPr vert="horz" wrap="square" lIns="0" tIns="12065" rIns="0" bIns="0" rtlCol="0">
            <a:spAutoFit/>
          </a:bodyPr>
          <a:lstStyle/>
          <a:p>
            <a:pPr marL="727075" marR="803910" algn="ctr">
              <a:lnSpc>
                <a:spcPct val="100000"/>
              </a:lnSpc>
              <a:spcBef>
                <a:spcPts val="95"/>
              </a:spcBef>
            </a:pPr>
            <a:r>
              <a:rPr sz="2500" b="1" dirty="0">
                <a:solidFill>
                  <a:srgbClr val="006EC0"/>
                </a:solidFill>
                <a:latin typeface="Trebuchet MS"/>
                <a:cs typeface="Trebuchet MS"/>
              </a:rPr>
              <a:t>Buddha</a:t>
            </a:r>
            <a:r>
              <a:rPr sz="2500" b="1" spc="-90" dirty="0">
                <a:solidFill>
                  <a:srgbClr val="006EC0"/>
                </a:solidFill>
                <a:latin typeface="Trebuchet MS"/>
                <a:cs typeface="Trebuchet MS"/>
              </a:rPr>
              <a:t> </a:t>
            </a:r>
            <a:r>
              <a:rPr sz="2500" b="1" dirty="0">
                <a:solidFill>
                  <a:srgbClr val="006EC0"/>
                </a:solidFill>
                <a:latin typeface="Trebuchet MS"/>
                <a:cs typeface="Trebuchet MS"/>
              </a:rPr>
              <a:t>Institute</a:t>
            </a:r>
            <a:r>
              <a:rPr sz="2500" b="1" spc="-70" dirty="0">
                <a:solidFill>
                  <a:srgbClr val="006EC0"/>
                </a:solidFill>
                <a:latin typeface="Trebuchet MS"/>
                <a:cs typeface="Trebuchet MS"/>
              </a:rPr>
              <a:t> </a:t>
            </a:r>
            <a:r>
              <a:rPr sz="2500" b="1" dirty="0">
                <a:solidFill>
                  <a:srgbClr val="006EC0"/>
                </a:solidFill>
                <a:latin typeface="Trebuchet MS"/>
                <a:cs typeface="Trebuchet MS"/>
              </a:rPr>
              <a:t>of</a:t>
            </a:r>
            <a:r>
              <a:rPr sz="2500" b="1" spc="135" dirty="0">
                <a:solidFill>
                  <a:srgbClr val="006EC0"/>
                </a:solidFill>
                <a:latin typeface="Trebuchet MS"/>
                <a:cs typeface="Trebuchet MS"/>
              </a:rPr>
              <a:t> </a:t>
            </a:r>
            <a:r>
              <a:rPr sz="2500" b="1" spc="-10" dirty="0">
                <a:solidFill>
                  <a:srgbClr val="006EC0"/>
                </a:solidFill>
                <a:latin typeface="Trebuchet MS"/>
                <a:cs typeface="Trebuchet MS"/>
              </a:rPr>
              <a:t>Technology </a:t>
            </a:r>
            <a:r>
              <a:rPr sz="2500" b="1" spc="120" dirty="0">
                <a:solidFill>
                  <a:srgbClr val="006EC0"/>
                </a:solidFill>
                <a:latin typeface="Trebuchet MS"/>
                <a:cs typeface="Trebuchet MS"/>
              </a:rPr>
              <a:t>GIDA,</a:t>
            </a:r>
            <a:r>
              <a:rPr sz="2500" b="1" spc="-130" dirty="0">
                <a:solidFill>
                  <a:srgbClr val="006EC0"/>
                </a:solidFill>
                <a:latin typeface="Trebuchet MS"/>
                <a:cs typeface="Trebuchet MS"/>
              </a:rPr>
              <a:t> </a:t>
            </a:r>
            <a:r>
              <a:rPr sz="2500" b="1" spc="-10" dirty="0">
                <a:solidFill>
                  <a:srgbClr val="006EC0"/>
                </a:solidFill>
                <a:latin typeface="Trebuchet MS"/>
                <a:cs typeface="Trebuchet MS"/>
              </a:rPr>
              <a:t>Gorakhpur</a:t>
            </a:r>
            <a:endParaRPr sz="2500" dirty="0">
              <a:latin typeface="Trebuchet MS"/>
              <a:cs typeface="Trebuchet MS"/>
            </a:endParaRPr>
          </a:p>
          <a:p>
            <a:pPr>
              <a:lnSpc>
                <a:spcPct val="100000"/>
              </a:lnSpc>
              <a:spcBef>
                <a:spcPts val="195"/>
              </a:spcBef>
            </a:pPr>
            <a:endParaRPr sz="2500" dirty="0">
              <a:latin typeface="Trebuchet MS"/>
              <a:cs typeface="Trebuchet MS"/>
            </a:endParaRPr>
          </a:p>
          <a:p>
            <a:pPr algn="ctr">
              <a:lnSpc>
                <a:spcPct val="100000"/>
              </a:lnSpc>
              <a:spcBef>
                <a:spcPts val="5"/>
              </a:spcBef>
            </a:pPr>
            <a:r>
              <a:rPr sz="2500" b="1" dirty="0">
                <a:solidFill>
                  <a:srgbClr val="552112"/>
                </a:solidFill>
                <a:latin typeface="Trebuchet MS"/>
                <a:cs typeface="Trebuchet MS"/>
              </a:rPr>
              <a:t>Date</a:t>
            </a:r>
            <a:r>
              <a:rPr sz="2500" b="1" spc="100" dirty="0">
                <a:solidFill>
                  <a:srgbClr val="552112"/>
                </a:solidFill>
                <a:latin typeface="Trebuchet MS"/>
                <a:cs typeface="Trebuchet MS"/>
              </a:rPr>
              <a:t> </a:t>
            </a:r>
            <a:r>
              <a:rPr sz="2500" b="1" dirty="0">
                <a:solidFill>
                  <a:srgbClr val="552112"/>
                </a:solidFill>
                <a:latin typeface="Trebuchet MS"/>
                <a:cs typeface="Trebuchet MS"/>
              </a:rPr>
              <a:t>of</a:t>
            </a:r>
            <a:r>
              <a:rPr sz="2500" b="1" spc="-50" dirty="0">
                <a:solidFill>
                  <a:srgbClr val="552112"/>
                </a:solidFill>
                <a:latin typeface="Trebuchet MS"/>
                <a:cs typeface="Trebuchet MS"/>
              </a:rPr>
              <a:t> </a:t>
            </a:r>
            <a:r>
              <a:rPr sz="2500" b="1" spc="-40" dirty="0">
                <a:solidFill>
                  <a:srgbClr val="552112"/>
                </a:solidFill>
                <a:latin typeface="Trebuchet MS"/>
                <a:cs typeface="Trebuchet MS"/>
              </a:rPr>
              <a:t>Conference:</a:t>
            </a:r>
            <a:r>
              <a:rPr sz="2500" b="1" spc="-405" dirty="0">
                <a:solidFill>
                  <a:srgbClr val="552112"/>
                </a:solidFill>
                <a:latin typeface="Trebuchet MS"/>
                <a:cs typeface="Trebuchet MS"/>
              </a:rPr>
              <a:t> </a:t>
            </a:r>
            <a:r>
              <a:rPr sz="2500" b="1" dirty="0">
                <a:solidFill>
                  <a:srgbClr val="552112"/>
                </a:solidFill>
                <a:latin typeface="Trebuchet MS"/>
                <a:cs typeface="Trebuchet MS"/>
              </a:rPr>
              <a:t>15</a:t>
            </a:r>
            <a:r>
              <a:rPr sz="2475" b="1" baseline="20202" dirty="0">
                <a:solidFill>
                  <a:srgbClr val="552112"/>
                </a:solidFill>
                <a:latin typeface="Trebuchet MS"/>
                <a:cs typeface="Trebuchet MS"/>
              </a:rPr>
              <a:t>th</a:t>
            </a:r>
            <a:r>
              <a:rPr sz="2475" b="1" spc="330" baseline="20202" dirty="0">
                <a:solidFill>
                  <a:srgbClr val="552112"/>
                </a:solidFill>
                <a:latin typeface="Trebuchet MS"/>
                <a:cs typeface="Trebuchet MS"/>
              </a:rPr>
              <a:t> </a:t>
            </a:r>
            <a:r>
              <a:rPr sz="2500" b="1" dirty="0">
                <a:solidFill>
                  <a:srgbClr val="552112"/>
                </a:solidFill>
                <a:latin typeface="Trebuchet MS"/>
                <a:cs typeface="Trebuchet MS"/>
              </a:rPr>
              <a:t>–</a:t>
            </a:r>
            <a:r>
              <a:rPr sz="2500" b="1" spc="305" dirty="0">
                <a:solidFill>
                  <a:srgbClr val="552112"/>
                </a:solidFill>
                <a:latin typeface="Trebuchet MS"/>
                <a:cs typeface="Trebuchet MS"/>
              </a:rPr>
              <a:t> </a:t>
            </a:r>
            <a:r>
              <a:rPr sz="2500" b="1" spc="-40" dirty="0">
                <a:solidFill>
                  <a:srgbClr val="552112"/>
                </a:solidFill>
                <a:latin typeface="Trebuchet MS"/>
                <a:cs typeface="Trebuchet MS"/>
              </a:rPr>
              <a:t>16</a:t>
            </a:r>
            <a:r>
              <a:rPr sz="2475" b="1" spc="-60" baseline="20202" dirty="0">
                <a:solidFill>
                  <a:srgbClr val="552112"/>
                </a:solidFill>
                <a:latin typeface="Trebuchet MS"/>
                <a:cs typeface="Trebuchet MS"/>
              </a:rPr>
              <a:t>th</a:t>
            </a:r>
            <a:r>
              <a:rPr sz="2475" b="1" spc="-75" baseline="20202" dirty="0">
                <a:solidFill>
                  <a:srgbClr val="552112"/>
                </a:solidFill>
                <a:latin typeface="Trebuchet MS"/>
                <a:cs typeface="Trebuchet MS"/>
              </a:rPr>
              <a:t> </a:t>
            </a:r>
            <a:r>
              <a:rPr sz="2500" b="1" dirty="0">
                <a:solidFill>
                  <a:srgbClr val="552112"/>
                </a:solidFill>
                <a:latin typeface="Trebuchet MS"/>
                <a:cs typeface="Trebuchet MS"/>
              </a:rPr>
              <a:t>April</a:t>
            </a:r>
            <a:r>
              <a:rPr sz="2500" b="1" spc="25" dirty="0">
                <a:solidFill>
                  <a:srgbClr val="552112"/>
                </a:solidFill>
                <a:latin typeface="Trebuchet MS"/>
                <a:cs typeface="Trebuchet MS"/>
              </a:rPr>
              <a:t> </a:t>
            </a:r>
            <a:r>
              <a:rPr sz="2500" b="1" spc="-20" dirty="0">
                <a:solidFill>
                  <a:srgbClr val="552112"/>
                </a:solidFill>
                <a:latin typeface="Trebuchet MS"/>
                <a:cs typeface="Trebuchet MS"/>
              </a:rPr>
              <a:t>2026</a:t>
            </a:r>
            <a:endParaRPr sz="2500" dirty="0">
              <a:latin typeface="Trebuchet MS"/>
              <a:cs typeface="Trebuchet MS"/>
            </a:endParaRPr>
          </a:p>
          <a:p>
            <a:pPr marL="34290" algn="ctr">
              <a:lnSpc>
                <a:spcPct val="100000"/>
              </a:lnSpc>
              <a:spcBef>
                <a:spcPts val="1010"/>
              </a:spcBef>
            </a:pPr>
            <a:r>
              <a:rPr sz="2400" b="1" spc="-35" dirty="0">
                <a:latin typeface="Trebuchet MS"/>
                <a:cs typeface="Trebuchet MS"/>
              </a:rPr>
              <a:t>Landslide</a:t>
            </a:r>
            <a:r>
              <a:rPr sz="2400" b="1" spc="-140" dirty="0">
                <a:latin typeface="Trebuchet MS"/>
                <a:cs typeface="Trebuchet MS"/>
              </a:rPr>
              <a:t> </a:t>
            </a:r>
            <a:r>
              <a:rPr sz="2400" b="1" dirty="0">
                <a:latin typeface="Trebuchet MS"/>
                <a:cs typeface="Trebuchet MS"/>
              </a:rPr>
              <a:t>Alert</a:t>
            </a:r>
            <a:r>
              <a:rPr sz="2400" b="1" spc="225" dirty="0">
                <a:latin typeface="Trebuchet MS"/>
                <a:cs typeface="Trebuchet MS"/>
              </a:rPr>
              <a:t> </a:t>
            </a:r>
            <a:r>
              <a:rPr sz="2400" b="1" dirty="0">
                <a:latin typeface="Trebuchet MS"/>
                <a:cs typeface="Trebuchet MS"/>
              </a:rPr>
              <a:t>&amp;</a:t>
            </a:r>
            <a:r>
              <a:rPr sz="2400" b="1" spc="235" dirty="0">
                <a:latin typeface="Trebuchet MS"/>
                <a:cs typeface="Trebuchet MS"/>
              </a:rPr>
              <a:t> </a:t>
            </a:r>
            <a:r>
              <a:rPr sz="2400" b="1" dirty="0">
                <a:latin typeface="Trebuchet MS"/>
                <a:cs typeface="Trebuchet MS"/>
              </a:rPr>
              <a:t>Monitoring</a:t>
            </a:r>
            <a:r>
              <a:rPr sz="2400" b="1" spc="114" dirty="0">
                <a:latin typeface="Trebuchet MS"/>
                <a:cs typeface="Trebuchet MS"/>
              </a:rPr>
              <a:t> </a:t>
            </a:r>
            <a:r>
              <a:rPr sz="2400" b="1" spc="-10" dirty="0">
                <a:latin typeface="Trebuchet MS"/>
                <a:cs typeface="Trebuchet MS"/>
              </a:rPr>
              <a:t>Program</a:t>
            </a:r>
            <a:endParaRPr sz="2400" dirty="0">
              <a:latin typeface="Trebuchet MS"/>
              <a:cs typeface="Trebuchet MS"/>
            </a:endParaRPr>
          </a:p>
        </p:txBody>
      </p:sp>
      <p:pic>
        <p:nvPicPr>
          <p:cNvPr id="24" name="object 24"/>
          <p:cNvPicPr/>
          <p:nvPr/>
        </p:nvPicPr>
        <p:blipFill>
          <a:blip r:embed="rId11" cstate="print"/>
          <a:stretch>
            <a:fillRect/>
          </a:stretch>
        </p:blipFill>
        <p:spPr>
          <a:xfrm>
            <a:off x="137160" y="103631"/>
            <a:ext cx="1612392" cy="1453896"/>
          </a:xfrm>
          <a:prstGeom prst="rect">
            <a:avLst/>
          </a:prstGeom>
        </p:spPr>
      </p:pic>
      <p:sp>
        <p:nvSpPr>
          <p:cNvPr id="25" name="object 25"/>
          <p:cNvSpPr txBox="1"/>
          <p:nvPr/>
        </p:nvSpPr>
        <p:spPr>
          <a:xfrm>
            <a:off x="1689607" y="5143641"/>
            <a:ext cx="2152015" cy="1120775"/>
          </a:xfrm>
          <a:prstGeom prst="rect">
            <a:avLst/>
          </a:prstGeom>
        </p:spPr>
        <p:txBody>
          <a:bodyPr vert="horz" wrap="square" lIns="0" tIns="14604" rIns="0" bIns="0" rtlCol="0">
            <a:spAutoFit/>
          </a:bodyPr>
          <a:lstStyle/>
          <a:p>
            <a:pPr marL="12700" marR="5080" indent="-3175" algn="ctr">
              <a:lnSpc>
                <a:spcPct val="132800"/>
              </a:lnSpc>
              <a:spcBef>
                <a:spcPts val="114"/>
              </a:spcBef>
            </a:pPr>
            <a:r>
              <a:rPr sz="1800" b="1" spc="-75" dirty="0">
                <a:latin typeface="Trebuchet MS"/>
                <a:cs typeface="Trebuchet MS"/>
              </a:rPr>
              <a:t>Under</a:t>
            </a:r>
            <a:r>
              <a:rPr sz="1800" b="1" spc="-55" dirty="0">
                <a:latin typeface="Trebuchet MS"/>
                <a:cs typeface="Trebuchet MS"/>
              </a:rPr>
              <a:t> </a:t>
            </a:r>
            <a:r>
              <a:rPr sz="1800" b="1" spc="-65" dirty="0">
                <a:latin typeface="Trebuchet MS"/>
                <a:cs typeface="Trebuchet MS"/>
              </a:rPr>
              <a:t>the</a:t>
            </a:r>
            <a:r>
              <a:rPr sz="1800" b="1" spc="-105" dirty="0">
                <a:latin typeface="Trebuchet MS"/>
                <a:cs typeface="Trebuchet MS"/>
              </a:rPr>
              <a:t> </a:t>
            </a:r>
            <a:r>
              <a:rPr sz="1800" b="1" spc="-20" dirty="0">
                <a:latin typeface="Trebuchet MS"/>
                <a:cs typeface="Trebuchet MS"/>
              </a:rPr>
              <a:t>Guidance: </a:t>
            </a:r>
            <a:r>
              <a:rPr sz="1800" spc="-60" dirty="0">
                <a:latin typeface="Trebuchet MS"/>
                <a:cs typeface="Trebuchet MS"/>
              </a:rPr>
              <a:t>Mr.</a:t>
            </a:r>
            <a:r>
              <a:rPr sz="1800" spc="-90" dirty="0">
                <a:latin typeface="Trebuchet MS"/>
                <a:cs typeface="Trebuchet MS"/>
              </a:rPr>
              <a:t> </a:t>
            </a:r>
            <a:r>
              <a:rPr sz="1800" spc="-80" dirty="0">
                <a:latin typeface="Trebuchet MS"/>
                <a:cs typeface="Trebuchet MS"/>
              </a:rPr>
              <a:t>Pratish</a:t>
            </a:r>
            <a:r>
              <a:rPr sz="1800" spc="-15" dirty="0">
                <a:latin typeface="Trebuchet MS"/>
                <a:cs typeface="Trebuchet MS"/>
              </a:rPr>
              <a:t> </a:t>
            </a:r>
            <a:r>
              <a:rPr sz="1800" spc="-75" dirty="0">
                <a:latin typeface="Trebuchet MS"/>
                <a:cs typeface="Trebuchet MS"/>
              </a:rPr>
              <a:t>Kannaujiya </a:t>
            </a:r>
            <a:r>
              <a:rPr sz="1800" spc="-65" dirty="0">
                <a:latin typeface="Trebuchet MS"/>
                <a:cs typeface="Trebuchet MS"/>
              </a:rPr>
              <a:t>Assistant</a:t>
            </a:r>
            <a:r>
              <a:rPr sz="1800" spc="-70" dirty="0">
                <a:latin typeface="Trebuchet MS"/>
                <a:cs typeface="Trebuchet MS"/>
              </a:rPr>
              <a:t> </a:t>
            </a:r>
            <a:r>
              <a:rPr sz="1800" spc="-10" dirty="0">
                <a:latin typeface="Trebuchet MS"/>
                <a:cs typeface="Trebuchet MS"/>
              </a:rPr>
              <a:t>Professor</a:t>
            </a:r>
            <a:endParaRPr sz="1800" dirty="0">
              <a:latin typeface="Trebuchet MS"/>
              <a:cs typeface="Trebuchet MS"/>
            </a:endParaRPr>
          </a:p>
        </p:txBody>
      </p:sp>
      <p:sp>
        <p:nvSpPr>
          <p:cNvPr id="26" name="object 26"/>
          <p:cNvSpPr txBox="1"/>
          <p:nvPr/>
        </p:nvSpPr>
        <p:spPr>
          <a:xfrm>
            <a:off x="6553201" y="5050454"/>
            <a:ext cx="2447544" cy="1526508"/>
          </a:xfrm>
          <a:prstGeom prst="rect">
            <a:avLst/>
          </a:prstGeom>
        </p:spPr>
        <p:txBody>
          <a:bodyPr vert="horz" wrap="square" lIns="0" tIns="19685" rIns="0" bIns="0" rtlCol="0">
            <a:spAutoFit/>
          </a:bodyPr>
          <a:lstStyle/>
          <a:p>
            <a:pPr marL="38100" marR="30480" indent="635" algn="ctr">
              <a:lnSpc>
                <a:spcPct val="130600"/>
              </a:lnSpc>
              <a:spcBef>
                <a:spcPts val="155"/>
              </a:spcBef>
            </a:pPr>
            <a:r>
              <a:rPr sz="1800" b="1" spc="-80" dirty="0">
                <a:latin typeface="Trebuchet MS"/>
                <a:cs typeface="Trebuchet MS"/>
              </a:rPr>
              <a:t>Presented</a:t>
            </a:r>
            <a:r>
              <a:rPr sz="1800" b="1" dirty="0">
                <a:latin typeface="Trebuchet MS"/>
                <a:cs typeface="Trebuchet MS"/>
              </a:rPr>
              <a:t> </a:t>
            </a:r>
            <a:r>
              <a:rPr sz="1800" b="1" spc="-25" dirty="0">
                <a:latin typeface="Trebuchet MS"/>
                <a:cs typeface="Trebuchet MS"/>
              </a:rPr>
              <a:t>By:</a:t>
            </a:r>
            <a:endParaRPr lang="en-IN" sz="1800" b="1" spc="-25" dirty="0">
              <a:latin typeface="Trebuchet MS"/>
              <a:cs typeface="Trebuchet MS"/>
            </a:endParaRPr>
          </a:p>
          <a:p>
            <a:pPr marL="38100" marR="30480" indent="635" algn="ctr">
              <a:lnSpc>
                <a:spcPct val="130600"/>
              </a:lnSpc>
              <a:spcBef>
                <a:spcPts val="155"/>
              </a:spcBef>
            </a:pPr>
            <a:r>
              <a:rPr lang="en-US" sz="1800" spc="-75" dirty="0">
                <a:latin typeface="Trebuchet MS"/>
                <a:cs typeface="Trebuchet MS"/>
              </a:rPr>
              <a:t>Shashank Kumar Singh</a:t>
            </a:r>
            <a:r>
              <a:rPr sz="1800" spc="-20" dirty="0">
                <a:latin typeface="Trebuchet MS"/>
                <a:cs typeface="Trebuchet MS"/>
              </a:rPr>
              <a:t> </a:t>
            </a:r>
            <a:r>
              <a:rPr sz="1800" spc="-80" dirty="0">
                <a:latin typeface="Trebuchet MS"/>
                <a:cs typeface="Trebuchet MS"/>
              </a:rPr>
              <a:t>23052500090</a:t>
            </a:r>
            <a:r>
              <a:rPr lang="en-US" sz="1800" spc="-80" dirty="0">
                <a:latin typeface="Trebuchet MS"/>
                <a:cs typeface="Trebuchet MS"/>
              </a:rPr>
              <a:t>07</a:t>
            </a:r>
            <a:endParaRPr sz="1800" dirty="0">
              <a:latin typeface="Trebuchet MS"/>
              <a:cs typeface="Trebuchet MS"/>
            </a:endParaRPr>
          </a:p>
          <a:p>
            <a:pPr marL="10160" algn="ctr">
              <a:lnSpc>
                <a:spcPct val="100000"/>
              </a:lnSpc>
              <a:spcBef>
                <a:spcPts val="885"/>
              </a:spcBef>
            </a:pPr>
            <a:r>
              <a:rPr sz="1800" spc="-10" dirty="0">
                <a:latin typeface="Trebuchet MS"/>
                <a:cs typeface="Trebuchet MS"/>
              </a:rPr>
              <a:t>4</a:t>
            </a:r>
            <a:r>
              <a:rPr sz="1800" spc="-15" baseline="25462" dirty="0">
                <a:latin typeface="Trebuchet MS"/>
                <a:cs typeface="Trebuchet MS"/>
              </a:rPr>
              <a:t>th</a:t>
            </a:r>
            <a:r>
              <a:rPr sz="1800" spc="-112" baseline="25462" dirty="0">
                <a:latin typeface="Trebuchet MS"/>
                <a:cs typeface="Trebuchet MS"/>
              </a:rPr>
              <a:t> </a:t>
            </a:r>
            <a:r>
              <a:rPr sz="1800" spc="-20" dirty="0">
                <a:latin typeface="Trebuchet MS"/>
                <a:cs typeface="Trebuchet MS"/>
              </a:rPr>
              <a:t>Year</a:t>
            </a:r>
            <a:endParaRPr sz="18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73660">
              <a:lnSpc>
                <a:spcPct val="100000"/>
              </a:lnSpc>
              <a:spcBef>
                <a:spcPts val="95"/>
              </a:spcBef>
            </a:pPr>
            <a:r>
              <a:rPr spc="-85" dirty="0"/>
              <a:t>Contents</a:t>
            </a:r>
          </a:p>
        </p:txBody>
      </p:sp>
      <p:sp>
        <p:nvSpPr>
          <p:cNvPr id="4" name="object 4"/>
          <p:cNvSpPr txBox="1"/>
          <p:nvPr/>
        </p:nvSpPr>
        <p:spPr>
          <a:xfrm>
            <a:off x="1621282" y="1380286"/>
            <a:ext cx="3568065" cy="4142740"/>
          </a:xfrm>
          <a:prstGeom prst="rect">
            <a:avLst/>
          </a:prstGeom>
        </p:spPr>
        <p:txBody>
          <a:bodyPr vert="horz" wrap="square" lIns="0" tIns="165100" rIns="0" bIns="0" rtlCol="0">
            <a:spAutoFit/>
          </a:bodyPr>
          <a:lstStyle/>
          <a:p>
            <a:pPr marL="93980" indent="-81280">
              <a:lnSpc>
                <a:spcPct val="100000"/>
              </a:lnSpc>
              <a:spcBef>
                <a:spcPts val="1300"/>
              </a:spcBef>
              <a:buClr>
                <a:srgbClr val="3891A7"/>
              </a:buClr>
              <a:buSzPct val="75000"/>
              <a:buFont typeface="Arial MT"/>
              <a:buChar char="•"/>
              <a:tabLst>
                <a:tab pos="93980" algn="l"/>
              </a:tabLst>
            </a:pPr>
            <a:r>
              <a:rPr sz="2000" spc="-10" dirty="0">
                <a:solidFill>
                  <a:srgbClr val="391D15"/>
                </a:solidFill>
                <a:latin typeface="Trebuchet MS"/>
                <a:cs typeface="Trebuchet MS"/>
              </a:rPr>
              <a:t>Introduction</a:t>
            </a:r>
            <a:endParaRPr sz="2000">
              <a:latin typeface="Trebuchet MS"/>
              <a:cs typeface="Trebuchet MS"/>
            </a:endParaRPr>
          </a:p>
          <a:p>
            <a:pPr marL="90805" indent="-79375">
              <a:lnSpc>
                <a:spcPct val="100000"/>
              </a:lnSpc>
              <a:spcBef>
                <a:spcPts val="1205"/>
              </a:spcBef>
              <a:buClr>
                <a:srgbClr val="3891A7"/>
              </a:buClr>
              <a:buSzPct val="75000"/>
              <a:buFont typeface="Arial MT"/>
              <a:buChar char="•"/>
              <a:tabLst>
                <a:tab pos="90805" algn="l"/>
              </a:tabLst>
            </a:pPr>
            <a:r>
              <a:rPr sz="2000" spc="-100" dirty="0">
                <a:solidFill>
                  <a:srgbClr val="300D04"/>
                </a:solidFill>
                <a:latin typeface="Trebuchet MS"/>
                <a:cs typeface="Trebuchet MS"/>
              </a:rPr>
              <a:t>Problem</a:t>
            </a:r>
            <a:r>
              <a:rPr sz="2000" spc="-85" dirty="0">
                <a:solidFill>
                  <a:srgbClr val="300D04"/>
                </a:solidFill>
                <a:latin typeface="Trebuchet MS"/>
                <a:cs typeface="Trebuchet MS"/>
              </a:rPr>
              <a:t> </a:t>
            </a:r>
            <a:r>
              <a:rPr sz="2000" spc="-10" dirty="0">
                <a:solidFill>
                  <a:srgbClr val="300D04"/>
                </a:solidFill>
                <a:latin typeface="Trebuchet MS"/>
                <a:cs typeface="Trebuchet MS"/>
              </a:rPr>
              <a:t>Statement</a:t>
            </a:r>
            <a:endParaRPr sz="2000">
              <a:latin typeface="Trebuchet MS"/>
              <a:cs typeface="Trebuchet MS"/>
            </a:endParaRPr>
          </a:p>
          <a:p>
            <a:pPr marL="94615" indent="-81915">
              <a:lnSpc>
                <a:spcPct val="100000"/>
              </a:lnSpc>
              <a:spcBef>
                <a:spcPts val="1200"/>
              </a:spcBef>
              <a:buClr>
                <a:srgbClr val="3891A7"/>
              </a:buClr>
              <a:buSzPct val="75000"/>
              <a:buFont typeface="Arial MT"/>
              <a:buChar char="•"/>
              <a:tabLst>
                <a:tab pos="94615" algn="l"/>
              </a:tabLst>
            </a:pPr>
            <a:r>
              <a:rPr sz="2000" spc="-10" dirty="0">
                <a:solidFill>
                  <a:srgbClr val="300D04"/>
                </a:solidFill>
                <a:latin typeface="Trebuchet MS"/>
                <a:cs typeface="Trebuchet MS"/>
              </a:rPr>
              <a:t>Objectives</a:t>
            </a:r>
            <a:endParaRPr sz="2000">
              <a:latin typeface="Trebuchet MS"/>
              <a:cs typeface="Trebuchet MS"/>
            </a:endParaRPr>
          </a:p>
          <a:p>
            <a:pPr marL="93980" indent="-81280">
              <a:lnSpc>
                <a:spcPct val="100000"/>
              </a:lnSpc>
              <a:spcBef>
                <a:spcPts val="1200"/>
              </a:spcBef>
              <a:buClr>
                <a:srgbClr val="3891A7"/>
              </a:buClr>
              <a:buSzPct val="75000"/>
              <a:buFont typeface="Arial MT"/>
              <a:buChar char="•"/>
              <a:tabLst>
                <a:tab pos="93980" algn="l"/>
              </a:tabLst>
            </a:pPr>
            <a:r>
              <a:rPr sz="2000" spc="-100" dirty="0">
                <a:solidFill>
                  <a:srgbClr val="391D15"/>
                </a:solidFill>
                <a:latin typeface="Trebuchet MS"/>
                <a:cs typeface="Trebuchet MS"/>
              </a:rPr>
              <a:t>Literature</a:t>
            </a:r>
            <a:r>
              <a:rPr sz="2000" spc="-130" dirty="0">
                <a:solidFill>
                  <a:srgbClr val="391D15"/>
                </a:solidFill>
                <a:latin typeface="Trebuchet MS"/>
                <a:cs typeface="Trebuchet MS"/>
              </a:rPr>
              <a:t> </a:t>
            </a:r>
            <a:r>
              <a:rPr sz="2000" spc="-10" dirty="0">
                <a:solidFill>
                  <a:srgbClr val="391D15"/>
                </a:solidFill>
                <a:latin typeface="Trebuchet MS"/>
                <a:cs typeface="Trebuchet MS"/>
              </a:rPr>
              <a:t>Survey</a:t>
            </a:r>
            <a:endParaRPr sz="2000">
              <a:latin typeface="Trebuchet MS"/>
              <a:cs typeface="Trebuchet MS"/>
            </a:endParaRPr>
          </a:p>
          <a:p>
            <a:pPr marL="93980" indent="-81280">
              <a:lnSpc>
                <a:spcPct val="100000"/>
              </a:lnSpc>
              <a:spcBef>
                <a:spcPts val="1205"/>
              </a:spcBef>
              <a:buClr>
                <a:srgbClr val="3891A7"/>
              </a:buClr>
              <a:buSzPct val="75000"/>
              <a:buFont typeface="Arial MT"/>
              <a:buChar char="•"/>
              <a:tabLst>
                <a:tab pos="93980" algn="l"/>
              </a:tabLst>
            </a:pPr>
            <a:r>
              <a:rPr sz="2000" spc="-75" dirty="0">
                <a:solidFill>
                  <a:srgbClr val="391D15"/>
                </a:solidFill>
                <a:latin typeface="Trebuchet MS"/>
                <a:cs typeface="Trebuchet MS"/>
              </a:rPr>
              <a:t>Proposed</a:t>
            </a:r>
            <a:r>
              <a:rPr sz="2000" spc="-25" dirty="0">
                <a:solidFill>
                  <a:srgbClr val="391D15"/>
                </a:solidFill>
                <a:latin typeface="Trebuchet MS"/>
                <a:cs typeface="Trebuchet MS"/>
              </a:rPr>
              <a:t> </a:t>
            </a:r>
            <a:r>
              <a:rPr sz="2000" spc="-90" dirty="0">
                <a:solidFill>
                  <a:srgbClr val="391D15"/>
                </a:solidFill>
                <a:latin typeface="Trebuchet MS"/>
                <a:cs typeface="Trebuchet MS"/>
              </a:rPr>
              <a:t>Solution</a:t>
            </a:r>
            <a:r>
              <a:rPr sz="2000" spc="-35" dirty="0">
                <a:solidFill>
                  <a:srgbClr val="391D15"/>
                </a:solidFill>
                <a:latin typeface="Trebuchet MS"/>
                <a:cs typeface="Trebuchet MS"/>
              </a:rPr>
              <a:t> </a:t>
            </a:r>
            <a:r>
              <a:rPr sz="2000" spc="-30" dirty="0">
                <a:solidFill>
                  <a:srgbClr val="391D15"/>
                </a:solidFill>
                <a:latin typeface="Trebuchet MS"/>
                <a:cs typeface="Trebuchet MS"/>
              </a:rPr>
              <a:t>/Methodology</a:t>
            </a:r>
            <a:endParaRPr sz="2000">
              <a:latin typeface="Trebuchet MS"/>
              <a:cs typeface="Trebuchet MS"/>
            </a:endParaRPr>
          </a:p>
          <a:p>
            <a:pPr marL="93980" indent="-81280">
              <a:lnSpc>
                <a:spcPct val="100000"/>
              </a:lnSpc>
              <a:spcBef>
                <a:spcPts val="1200"/>
              </a:spcBef>
              <a:buClr>
                <a:srgbClr val="3891A7"/>
              </a:buClr>
              <a:buSzPct val="75000"/>
              <a:buFont typeface="Arial MT"/>
              <a:buChar char="•"/>
              <a:tabLst>
                <a:tab pos="93980" algn="l"/>
              </a:tabLst>
            </a:pPr>
            <a:r>
              <a:rPr sz="2000" spc="-95" dirty="0">
                <a:solidFill>
                  <a:srgbClr val="391D15"/>
                </a:solidFill>
                <a:latin typeface="Trebuchet MS"/>
                <a:cs typeface="Trebuchet MS"/>
              </a:rPr>
              <a:t>Results</a:t>
            </a:r>
            <a:r>
              <a:rPr sz="2000" spc="-30" dirty="0">
                <a:solidFill>
                  <a:srgbClr val="391D15"/>
                </a:solidFill>
                <a:latin typeface="Trebuchet MS"/>
                <a:cs typeface="Trebuchet MS"/>
              </a:rPr>
              <a:t> </a:t>
            </a:r>
            <a:r>
              <a:rPr sz="2000" spc="-20" dirty="0">
                <a:solidFill>
                  <a:srgbClr val="391D15"/>
                </a:solidFill>
                <a:latin typeface="Trebuchet MS"/>
                <a:cs typeface="Trebuchet MS"/>
              </a:rPr>
              <a:t>&amp;</a:t>
            </a:r>
            <a:r>
              <a:rPr sz="2000" spc="-400" dirty="0">
                <a:solidFill>
                  <a:srgbClr val="391D15"/>
                </a:solidFill>
                <a:latin typeface="Trebuchet MS"/>
                <a:cs typeface="Trebuchet MS"/>
              </a:rPr>
              <a:t> </a:t>
            </a:r>
            <a:r>
              <a:rPr sz="2000" spc="-10" dirty="0">
                <a:solidFill>
                  <a:srgbClr val="391D15"/>
                </a:solidFill>
                <a:latin typeface="Trebuchet MS"/>
                <a:cs typeface="Trebuchet MS"/>
              </a:rPr>
              <a:t>Analysis</a:t>
            </a:r>
            <a:endParaRPr sz="2000">
              <a:latin typeface="Trebuchet MS"/>
              <a:cs typeface="Trebuchet MS"/>
            </a:endParaRPr>
          </a:p>
          <a:p>
            <a:pPr marL="94615" indent="-81915">
              <a:lnSpc>
                <a:spcPct val="100000"/>
              </a:lnSpc>
              <a:spcBef>
                <a:spcPts val="1200"/>
              </a:spcBef>
              <a:buClr>
                <a:srgbClr val="3891A7"/>
              </a:buClr>
              <a:buSzPct val="75000"/>
              <a:buFont typeface="Arial MT"/>
              <a:buChar char="•"/>
              <a:tabLst>
                <a:tab pos="94615" algn="l"/>
              </a:tabLst>
            </a:pPr>
            <a:r>
              <a:rPr sz="2000" spc="-50" dirty="0">
                <a:solidFill>
                  <a:srgbClr val="391D15"/>
                </a:solidFill>
                <a:latin typeface="Trebuchet MS"/>
                <a:cs typeface="Trebuchet MS"/>
              </a:rPr>
              <a:t>Conclusion</a:t>
            </a:r>
            <a:r>
              <a:rPr sz="2000" spc="-85" dirty="0">
                <a:solidFill>
                  <a:srgbClr val="391D15"/>
                </a:solidFill>
                <a:latin typeface="Trebuchet MS"/>
                <a:cs typeface="Trebuchet MS"/>
              </a:rPr>
              <a:t> </a:t>
            </a:r>
            <a:r>
              <a:rPr sz="2000" spc="-20" dirty="0">
                <a:solidFill>
                  <a:srgbClr val="391D15"/>
                </a:solidFill>
                <a:latin typeface="Trebuchet MS"/>
                <a:cs typeface="Trebuchet MS"/>
              </a:rPr>
              <a:t>&amp;</a:t>
            </a:r>
            <a:r>
              <a:rPr sz="2000" spc="-190" dirty="0">
                <a:solidFill>
                  <a:srgbClr val="391D15"/>
                </a:solidFill>
                <a:latin typeface="Trebuchet MS"/>
                <a:cs typeface="Trebuchet MS"/>
              </a:rPr>
              <a:t> </a:t>
            </a:r>
            <a:r>
              <a:rPr sz="2000" spc="-10" dirty="0">
                <a:solidFill>
                  <a:srgbClr val="391D15"/>
                </a:solidFill>
                <a:latin typeface="Trebuchet MS"/>
                <a:cs typeface="Trebuchet MS"/>
              </a:rPr>
              <a:t>FutureWork</a:t>
            </a:r>
            <a:endParaRPr sz="2000">
              <a:latin typeface="Trebuchet MS"/>
              <a:cs typeface="Trebuchet MS"/>
            </a:endParaRPr>
          </a:p>
          <a:p>
            <a:pPr marL="93980" indent="-81280">
              <a:lnSpc>
                <a:spcPct val="100000"/>
              </a:lnSpc>
              <a:spcBef>
                <a:spcPts val="1205"/>
              </a:spcBef>
              <a:buClr>
                <a:srgbClr val="3891A7"/>
              </a:buClr>
              <a:buSzPct val="75000"/>
              <a:buFont typeface="Arial MT"/>
              <a:buChar char="•"/>
              <a:tabLst>
                <a:tab pos="93980" algn="l"/>
              </a:tabLst>
            </a:pPr>
            <a:r>
              <a:rPr sz="2000" spc="-10" dirty="0">
                <a:solidFill>
                  <a:srgbClr val="391D15"/>
                </a:solidFill>
                <a:latin typeface="Trebuchet MS"/>
                <a:cs typeface="Trebuchet MS"/>
              </a:rPr>
              <a:t>Acknowledgements</a:t>
            </a:r>
            <a:endParaRPr sz="2000">
              <a:latin typeface="Trebuchet MS"/>
              <a:cs typeface="Trebuchet MS"/>
            </a:endParaRPr>
          </a:p>
          <a:p>
            <a:pPr marL="93980" indent="-81280">
              <a:lnSpc>
                <a:spcPct val="100000"/>
              </a:lnSpc>
              <a:spcBef>
                <a:spcPts val="1200"/>
              </a:spcBef>
              <a:buClr>
                <a:srgbClr val="3891A7"/>
              </a:buClr>
              <a:buSzPct val="75000"/>
              <a:buFont typeface="Arial MT"/>
              <a:buChar char="•"/>
              <a:tabLst>
                <a:tab pos="93980" algn="l"/>
              </a:tabLst>
            </a:pPr>
            <a:r>
              <a:rPr sz="2000" spc="-10" dirty="0">
                <a:solidFill>
                  <a:srgbClr val="391D15"/>
                </a:solidFill>
                <a:latin typeface="Trebuchet MS"/>
                <a:cs typeface="Trebuchet MS"/>
              </a:rPr>
              <a:t>References</a:t>
            </a:r>
            <a:endParaRPr sz="2000">
              <a:latin typeface="Trebuchet MS"/>
              <a:cs typeface="Trebuchet MS"/>
            </a:endParaRPr>
          </a:p>
        </p:txBody>
      </p:sp>
      <p:pic>
        <p:nvPicPr>
          <p:cNvPr id="5" name="object 5"/>
          <p:cNvPicPr/>
          <p:nvPr/>
        </p:nvPicPr>
        <p:blipFill>
          <a:blip r:embed="rId2" cstate="print"/>
          <a:stretch>
            <a:fillRect/>
          </a:stretch>
        </p:blipFill>
        <p:spPr>
          <a:xfrm>
            <a:off x="152400" y="112776"/>
            <a:ext cx="1563624" cy="14081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55" dirty="0"/>
              <a:t>Introduction</a:t>
            </a:r>
          </a:p>
        </p:txBody>
      </p:sp>
      <p:pic>
        <p:nvPicPr>
          <p:cNvPr id="5" name="object 5"/>
          <p:cNvPicPr/>
          <p:nvPr/>
        </p:nvPicPr>
        <p:blipFill>
          <a:blip r:embed="rId2" cstate="print"/>
          <a:stretch>
            <a:fillRect/>
          </a:stretch>
        </p:blipFill>
        <p:spPr>
          <a:xfrm>
            <a:off x="152400" y="100584"/>
            <a:ext cx="1563624" cy="1408175"/>
          </a:xfrm>
          <a:prstGeom prst="rect">
            <a:avLst/>
          </a:prstGeom>
        </p:spPr>
      </p:pic>
      <p:sp>
        <p:nvSpPr>
          <p:cNvPr id="10" name="Rectangle 1">
            <a:extLst>
              <a:ext uri="{FF2B5EF4-FFF2-40B4-BE49-F238E27FC236}">
                <a16:creationId xmlns:a16="http://schemas.microsoft.com/office/drawing/2014/main" id="{022EE9AD-C94A-84D3-7BC8-27BEC984A82D}"/>
              </a:ext>
            </a:extLst>
          </p:cNvPr>
          <p:cNvSpPr>
            <a:spLocks noChangeArrowheads="1"/>
          </p:cNvSpPr>
          <p:nvPr/>
        </p:nvSpPr>
        <p:spPr bwMode="auto">
          <a:xfrm>
            <a:off x="1066800" y="1527613"/>
            <a:ext cx="7848600"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Background &amp; Importance: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Landslides are dangerous natural hazards caused by factors like heavy rainfall, earthquakes, and soil instability. An effective monitoring system helps in early warning, reducing loss of life and property, and improving disaster management. Proper design and optimization ensure accuracy and cost efficiency.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Context: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With increasing infrastructure in landslide-prone areas, traditional methods are insufficient. Modern approaches using sensors, IoT, and numerical analysis provide real-time and more reliable predictions.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85763-33FB-864D-A8FD-CC28C9AC193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30D076C-9516-D4AF-D319-E29E70ED6BCB}"/>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lang="en-US" spc="-155" dirty="0" err="1"/>
              <a:t>Cont</a:t>
            </a:r>
            <a:r>
              <a:rPr lang="en-US" spc="-155" dirty="0"/>
              <a:t>…</a:t>
            </a:r>
            <a:endParaRPr spc="-155" dirty="0"/>
          </a:p>
        </p:txBody>
      </p:sp>
      <p:pic>
        <p:nvPicPr>
          <p:cNvPr id="5" name="object 5">
            <a:extLst>
              <a:ext uri="{FF2B5EF4-FFF2-40B4-BE49-F238E27FC236}">
                <a16:creationId xmlns:a16="http://schemas.microsoft.com/office/drawing/2014/main" id="{B52D273B-0F54-7053-52AF-CA69E6CE8802}"/>
              </a:ext>
            </a:extLst>
          </p:cNvPr>
          <p:cNvPicPr/>
          <p:nvPr/>
        </p:nvPicPr>
        <p:blipFill>
          <a:blip r:embed="rId2" cstate="print"/>
          <a:stretch>
            <a:fillRect/>
          </a:stretch>
        </p:blipFill>
        <p:spPr>
          <a:xfrm>
            <a:off x="152400" y="100584"/>
            <a:ext cx="1563624" cy="1408175"/>
          </a:xfrm>
          <a:prstGeom prst="rect">
            <a:avLst/>
          </a:prstGeom>
        </p:spPr>
      </p:pic>
      <p:sp>
        <p:nvSpPr>
          <p:cNvPr id="11" name="TextBox 10">
            <a:extLst>
              <a:ext uri="{FF2B5EF4-FFF2-40B4-BE49-F238E27FC236}">
                <a16:creationId xmlns:a16="http://schemas.microsoft.com/office/drawing/2014/main" id="{539B99EB-30CD-8A54-A3B2-C515FFC5AD51}"/>
              </a:ext>
            </a:extLst>
          </p:cNvPr>
          <p:cNvSpPr txBox="1"/>
          <p:nvPr/>
        </p:nvSpPr>
        <p:spPr>
          <a:xfrm>
            <a:off x="1371601" y="1479693"/>
            <a:ext cx="7507604" cy="1703030"/>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Objective: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To develop a system that monitors parameters like soil moisture, slope movement, and rainfall, analyzes data, and generates alerts when landslide risk is detected.</a:t>
            </a:r>
          </a:p>
        </p:txBody>
      </p:sp>
      <p:pic>
        <p:nvPicPr>
          <p:cNvPr id="2" name="Image 8">
            <a:extLst>
              <a:ext uri="{FF2B5EF4-FFF2-40B4-BE49-F238E27FC236}">
                <a16:creationId xmlns:a16="http://schemas.microsoft.com/office/drawing/2014/main" id="{617C52A6-2311-4D77-DA17-6E1F255B27BA}"/>
              </a:ext>
            </a:extLst>
          </p:cNvPr>
          <p:cNvPicPr>
            <a:picLocks/>
          </p:cNvPicPr>
          <p:nvPr/>
        </p:nvPicPr>
        <p:blipFill>
          <a:blip r:embed="rId3" cstate="print"/>
          <a:stretch>
            <a:fillRect/>
          </a:stretch>
        </p:blipFill>
        <p:spPr>
          <a:xfrm>
            <a:off x="4266882" y="3404916"/>
            <a:ext cx="4723765" cy="3433445"/>
          </a:xfrm>
          <a:prstGeom prst="rect">
            <a:avLst/>
          </a:prstGeom>
        </p:spPr>
      </p:pic>
    </p:spTree>
    <p:extLst>
      <p:ext uri="{BB962C8B-B14F-4D97-AF65-F5344CB8AC3E}">
        <p14:creationId xmlns:p14="http://schemas.microsoft.com/office/powerpoint/2010/main" val="370823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90" dirty="0"/>
              <a:t>Problem</a:t>
            </a:r>
            <a:r>
              <a:rPr spc="-335" dirty="0"/>
              <a:t> </a:t>
            </a:r>
            <a:r>
              <a:rPr spc="-280" dirty="0"/>
              <a:t>Statement</a:t>
            </a:r>
          </a:p>
        </p:txBody>
      </p:sp>
      <p:pic>
        <p:nvPicPr>
          <p:cNvPr id="4" name="object 4"/>
          <p:cNvPicPr/>
          <p:nvPr/>
        </p:nvPicPr>
        <p:blipFill>
          <a:blip r:embed="rId2" cstate="print"/>
          <a:stretch>
            <a:fillRect/>
          </a:stretch>
        </p:blipFill>
        <p:spPr>
          <a:xfrm>
            <a:off x="152400" y="152400"/>
            <a:ext cx="1563624" cy="1408176"/>
          </a:xfrm>
          <a:prstGeom prst="rect">
            <a:avLst/>
          </a:prstGeom>
        </p:spPr>
      </p:pic>
      <p:sp>
        <p:nvSpPr>
          <p:cNvPr id="6" name="object 6"/>
          <p:cNvSpPr txBox="1"/>
          <p:nvPr/>
        </p:nvSpPr>
        <p:spPr>
          <a:xfrm>
            <a:off x="1577466" y="1255851"/>
            <a:ext cx="7261734" cy="2961708"/>
          </a:xfrm>
          <a:prstGeom prst="rect">
            <a:avLst/>
          </a:prstGeom>
        </p:spPr>
        <p:txBody>
          <a:bodyPr vert="horz" wrap="square" lIns="0" tIns="12065" rIns="0" bIns="0" rtlCol="0">
            <a:spAutoFit/>
          </a:bodyPr>
          <a:lstStyle/>
          <a:p>
            <a:pPr>
              <a:lnSpc>
                <a:spcPct val="150000"/>
              </a:lnSpc>
            </a:pPr>
            <a:r>
              <a:rPr lang="en-US" sz="2000" b="1" dirty="0"/>
              <a:t>Current Gap:</a:t>
            </a:r>
          </a:p>
          <a:p>
            <a:pPr>
              <a:lnSpc>
                <a:spcPct val="150000"/>
              </a:lnSpc>
            </a:pPr>
            <a:r>
              <a:rPr lang="en-US" dirty="0"/>
              <a:t>Limited studies on combined effects of environmental factors like soil moisture, rainfall, and slope movement. Need for integrated monitoring and data analysis to improve prediction accuracy.</a:t>
            </a:r>
          </a:p>
          <a:p>
            <a:pPr>
              <a:lnSpc>
                <a:spcPct val="150000"/>
              </a:lnSpc>
            </a:pPr>
            <a:r>
              <a:rPr lang="en-US" sz="2000" b="1" dirty="0"/>
              <a:t>Why it Matters:</a:t>
            </a:r>
          </a:p>
          <a:p>
            <a:pPr>
              <a:lnSpc>
                <a:spcPct val="150000"/>
              </a:lnSpc>
            </a:pPr>
            <a:r>
              <a:rPr lang="en-US" dirty="0"/>
              <a:t>Landslides can cause severe loss of life, property, and infrastructure. Lack of early warning systems increases risk and damage.</a:t>
            </a:r>
          </a:p>
        </p:txBody>
      </p:sp>
      <p:sp>
        <p:nvSpPr>
          <p:cNvPr id="7" name="TextBox 6">
            <a:extLst>
              <a:ext uri="{FF2B5EF4-FFF2-40B4-BE49-F238E27FC236}">
                <a16:creationId xmlns:a16="http://schemas.microsoft.com/office/drawing/2014/main" id="{2A47891F-96EF-394D-390A-34FCE83D4EC1}"/>
              </a:ext>
            </a:extLst>
          </p:cNvPr>
          <p:cNvSpPr txBox="1"/>
          <p:nvPr/>
        </p:nvSpPr>
        <p:spPr>
          <a:xfrm>
            <a:off x="1506854" y="4217559"/>
            <a:ext cx="7261733" cy="1749197"/>
          </a:xfrm>
          <a:prstGeom prst="rect">
            <a:avLst/>
          </a:prstGeom>
          <a:noFill/>
        </p:spPr>
        <p:txBody>
          <a:bodyPr wrap="square" rtlCol="0">
            <a:spAutoFit/>
          </a:bodyPr>
          <a:lstStyle/>
          <a:p>
            <a:pPr>
              <a:lnSpc>
                <a:spcPct val="150000"/>
              </a:lnSpc>
            </a:pPr>
            <a:r>
              <a:rPr lang="en-US" sz="2000" b="1" dirty="0"/>
              <a:t>Problem Definition:</a:t>
            </a:r>
          </a:p>
          <a:p>
            <a:pPr>
              <a:lnSpc>
                <a:spcPct val="150000"/>
              </a:lnSpc>
            </a:pPr>
            <a:r>
              <a:rPr lang="en-US" sz="1800" dirty="0"/>
              <a:t>Landslide occurrence depends on multiple factors such as soil condition, rainfall, and slope stability. Improper monitoring or lack of timely alerts can lead to sudden and dangerous failures.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75" dirty="0"/>
              <a:t>Objectives</a:t>
            </a:r>
          </a:p>
        </p:txBody>
      </p:sp>
      <p:pic>
        <p:nvPicPr>
          <p:cNvPr id="5" name="object 5"/>
          <p:cNvPicPr/>
          <p:nvPr/>
        </p:nvPicPr>
        <p:blipFill>
          <a:blip r:embed="rId2" cstate="print"/>
          <a:stretch>
            <a:fillRect/>
          </a:stretch>
        </p:blipFill>
        <p:spPr>
          <a:xfrm>
            <a:off x="152400" y="152400"/>
            <a:ext cx="1563624" cy="1408176"/>
          </a:xfrm>
          <a:prstGeom prst="rect">
            <a:avLst/>
          </a:prstGeom>
        </p:spPr>
      </p:pic>
      <p:sp>
        <p:nvSpPr>
          <p:cNvPr id="8" name="Rectangle 2">
            <a:extLst>
              <a:ext uri="{FF2B5EF4-FFF2-40B4-BE49-F238E27FC236}">
                <a16:creationId xmlns:a16="http://schemas.microsoft.com/office/drawing/2014/main" id="{04ED7AA5-9D2D-2769-0FAC-57B5BC884878}"/>
              </a:ext>
            </a:extLst>
          </p:cNvPr>
          <p:cNvSpPr>
            <a:spLocks noChangeArrowheads="1"/>
          </p:cNvSpPr>
          <p:nvPr/>
        </p:nvSpPr>
        <p:spPr bwMode="auto">
          <a:xfrm>
            <a:off x="1219200" y="1739862"/>
            <a:ext cx="7507605"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analyze landslide conditions using sensor data and basic numerical/analytical methods.</a:t>
            </a:r>
          </a:p>
          <a:p>
            <a:pPr marL="342900" marR="0" lvl="0" indent="-342900" algn="l" defTabSz="914400" rtl="0" eaLnBrk="0" fontAlgn="base" latinLnBrk="0" hangingPunct="0">
              <a:lnSpc>
                <a:spcPct val="2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study the effect of parameters such as soil moisture, rainfall, and slope movement on landslide occurrence.</a:t>
            </a:r>
          </a:p>
          <a:p>
            <a:pPr marL="342900" marR="0" lvl="0" indent="-342900" algn="l" defTabSz="914400" rtl="0" eaLnBrk="0" fontAlgn="base" latinLnBrk="0" hangingPunct="0">
              <a:lnSpc>
                <a:spcPct val="2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determine optimum threshold values for accurate, safe, and cost-effective early warning alerts.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35" dirty="0"/>
              <a:t>Literature</a:t>
            </a:r>
            <a:r>
              <a:rPr spc="-130" dirty="0"/>
              <a:t> </a:t>
            </a:r>
            <a:r>
              <a:rPr spc="-95" dirty="0"/>
              <a:t>Survey</a:t>
            </a:r>
          </a:p>
        </p:txBody>
      </p:sp>
      <p:pic>
        <p:nvPicPr>
          <p:cNvPr id="5" name="object 5"/>
          <p:cNvPicPr/>
          <p:nvPr/>
        </p:nvPicPr>
        <p:blipFill>
          <a:blip r:embed="rId2" cstate="print"/>
          <a:stretch>
            <a:fillRect/>
          </a:stretch>
        </p:blipFill>
        <p:spPr>
          <a:xfrm>
            <a:off x="152400" y="152400"/>
            <a:ext cx="1563624" cy="1408176"/>
          </a:xfrm>
          <a:prstGeom prst="rect">
            <a:avLst/>
          </a:prstGeom>
        </p:spPr>
      </p:pic>
      <p:graphicFrame>
        <p:nvGraphicFramePr>
          <p:cNvPr id="6" name="Table 5">
            <a:extLst>
              <a:ext uri="{FF2B5EF4-FFF2-40B4-BE49-F238E27FC236}">
                <a16:creationId xmlns:a16="http://schemas.microsoft.com/office/drawing/2014/main" id="{B53A5348-0D4B-63DB-F64F-8B579CF694A1}"/>
              </a:ext>
            </a:extLst>
          </p:cNvPr>
          <p:cNvGraphicFramePr>
            <a:graphicFrameLocks noGrp="1"/>
          </p:cNvGraphicFramePr>
          <p:nvPr>
            <p:extLst>
              <p:ext uri="{D42A27DB-BD31-4B8C-83A1-F6EECF244321}">
                <p14:modId xmlns:p14="http://schemas.microsoft.com/office/powerpoint/2010/main" val="814030711"/>
              </p:ext>
            </p:extLst>
          </p:nvPr>
        </p:nvGraphicFramePr>
        <p:xfrm>
          <a:off x="1417320" y="1198000"/>
          <a:ext cx="7574280" cy="5384678"/>
        </p:xfrm>
        <a:graphic>
          <a:graphicData uri="http://schemas.openxmlformats.org/drawingml/2006/table">
            <a:tbl>
              <a:tblPr>
                <a:tableStyleId>{5940675A-B579-460E-94D1-54222C63F5DA}</a:tableStyleId>
              </a:tblPr>
              <a:tblGrid>
                <a:gridCol w="2164080">
                  <a:extLst>
                    <a:ext uri="{9D8B030D-6E8A-4147-A177-3AD203B41FA5}">
                      <a16:colId xmlns:a16="http://schemas.microsoft.com/office/drawing/2014/main" val="731264235"/>
                    </a:ext>
                  </a:extLst>
                </a:gridCol>
                <a:gridCol w="2133600">
                  <a:extLst>
                    <a:ext uri="{9D8B030D-6E8A-4147-A177-3AD203B41FA5}">
                      <a16:colId xmlns:a16="http://schemas.microsoft.com/office/drawing/2014/main" val="1394973967"/>
                    </a:ext>
                  </a:extLst>
                </a:gridCol>
                <a:gridCol w="3276600">
                  <a:extLst>
                    <a:ext uri="{9D8B030D-6E8A-4147-A177-3AD203B41FA5}">
                      <a16:colId xmlns:a16="http://schemas.microsoft.com/office/drawing/2014/main" val="237819721"/>
                    </a:ext>
                  </a:extLst>
                </a:gridCol>
              </a:tblGrid>
              <a:tr h="177545">
                <a:tc>
                  <a:txBody>
                    <a:bodyPr/>
                    <a:lstStyle/>
                    <a:p>
                      <a:pPr>
                        <a:lnSpc>
                          <a:spcPct val="150000"/>
                        </a:lnSpc>
                        <a:buNone/>
                      </a:pPr>
                      <a:r>
                        <a:rPr lang="en-IN" sz="2000" b="1" dirty="0"/>
                        <a:t>Author &amp; Year</a:t>
                      </a:r>
                      <a:endParaRPr lang="en-IN" sz="2000" dirty="0"/>
                    </a:p>
                  </a:txBody>
                  <a:tcPr marL="40683" marR="40683" marT="20342" marB="20342" anchor="ctr"/>
                </a:tc>
                <a:tc>
                  <a:txBody>
                    <a:bodyPr/>
                    <a:lstStyle/>
                    <a:p>
                      <a:pPr>
                        <a:lnSpc>
                          <a:spcPct val="150000"/>
                        </a:lnSpc>
                        <a:buNone/>
                      </a:pPr>
                      <a:r>
                        <a:rPr lang="en-IN" sz="2000" b="1" dirty="0"/>
                        <a:t>Title</a:t>
                      </a:r>
                      <a:endParaRPr lang="en-IN" sz="2000" dirty="0"/>
                    </a:p>
                  </a:txBody>
                  <a:tcPr marL="40683" marR="40683" marT="20342" marB="20342" anchor="ctr"/>
                </a:tc>
                <a:tc>
                  <a:txBody>
                    <a:bodyPr/>
                    <a:lstStyle/>
                    <a:p>
                      <a:pPr>
                        <a:lnSpc>
                          <a:spcPct val="150000"/>
                        </a:lnSpc>
                        <a:buNone/>
                      </a:pPr>
                      <a:r>
                        <a:rPr lang="en-IN" sz="2000" b="1" dirty="0"/>
                        <a:t>Key Findings</a:t>
                      </a:r>
                      <a:endParaRPr lang="en-IN" sz="2000" dirty="0"/>
                    </a:p>
                  </a:txBody>
                  <a:tcPr marL="40683" marR="40683" marT="20342" marB="20342" anchor="ctr"/>
                </a:tc>
                <a:extLst>
                  <a:ext uri="{0D108BD9-81ED-4DB2-BD59-A6C34878D82A}">
                    <a16:rowId xmlns:a16="http://schemas.microsoft.com/office/drawing/2014/main" val="412821343"/>
                  </a:ext>
                </a:extLst>
              </a:tr>
              <a:tr h="1375974">
                <a:tc>
                  <a:txBody>
                    <a:bodyPr/>
                    <a:lstStyle/>
                    <a:p>
                      <a:pPr>
                        <a:lnSpc>
                          <a:spcPct val="150000"/>
                        </a:lnSpc>
                        <a:buNone/>
                      </a:pPr>
                      <a:r>
                        <a:rPr lang="nl-NL" sz="1800" dirty="0"/>
                        <a:t>Bhardwaj, P., et al. (2022)</a:t>
                      </a:r>
                    </a:p>
                  </a:txBody>
                  <a:tcPr marL="40683" marR="40683" marT="20342" marB="20342" anchor="ctr"/>
                </a:tc>
                <a:tc>
                  <a:txBody>
                    <a:bodyPr/>
                    <a:lstStyle/>
                    <a:p>
                      <a:pPr>
                        <a:lnSpc>
                          <a:spcPct val="150000"/>
                        </a:lnSpc>
                        <a:buNone/>
                      </a:pPr>
                      <a:r>
                        <a:rPr lang="en-US" sz="1800" dirty="0"/>
                        <a:t>A low-cost IoT framework for landslide early warning</a:t>
                      </a:r>
                    </a:p>
                  </a:txBody>
                  <a:tcPr marL="40683" marR="40683" marT="20342" marB="20342" anchor="ctr"/>
                </a:tc>
                <a:tc>
                  <a:txBody>
                    <a:bodyPr/>
                    <a:lstStyle/>
                    <a:p>
                      <a:pPr>
                        <a:lnSpc>
                          <a:spcPct val="150000"/>
                        </a:lnSpc>
                        <a:buNone/>
                      </a:pPr>
                      <a:r>
                        <a:rPr lang="en-US" sz="1800" dirty="0"/>
                        <a:t>Provides a low-cost, scalable IoT solution for real-time monitoring. Sensor networks and communication systems enable timely detection of soil changes. Suitable for remote and low-resource areas.</a:t>
                      </a:r>
                    </a:p>
                  </a:txBody>
                  <a:tcPr marL="40683" marR="40683" marT="20342" marB="20342" anchor="ctr"/>
                </a:tc>
                <a:extLst>
                  <a:ext uri="{0D108BD9-81ED-4DB2-BD59-A6C34878D82A}">
                    <a16:rowId xmlns:a16="http://schemas.microsoft.com/office/drawing/2014/main" val="4057507745"/>
                  </a:ext>
                </a:extLst>
              </a:tr>
              <a:tr h="1109657">
                <a:tc>
                  <a:txBody>
                    <a:bodyPr/>
                    <a:lstStyle/>
                    <a:p>
                      <a:pPr>
                        <a:lnSpc>
                          <a:spcPct val="150000"/>
                        </a:lnSpc>
                        <a:buNone/>
                      </a:pPr>
                      <a:r>
                        <a:rPr lang="da-DK" sz="1800"/>
                        <a:t>Abraham, M. T., et al. (2020)</a:t>
                      </a:r>
                    </a:p>
                  </a:txBody>
                  <a:tcPr marL="40683" marR="40683" marT="20342" marB="20342" anchor="ctr"/>
                </a:tc>
                <a:tc>
                  <a:txBody>
                    <a:bodyPr/>
                    <a:lstStyle/>
                    <a:p>
                      <a:pPr>
                        <a:lnSpc>
                          <a:spcPct val="150000"/>
                        </a:lnSpc>
                        <a:buNone/>
                      </a:pPr>
                      <a:r>
                        <a:rPr lang="en-US" sz="1800" dirty="0"/>
                        <a:t>IoT-based geotechnical monitoring of unstable slopes</a:t>
                      </a:r>
                    </a:p>
                  </a:txBody>
                  <a:tcPr marL="40683" marR="40683" marT="20342" marB="20342" anchor="ctr"/>
                </a:tc>
                <a:tc>
                  <a:txBody>
                    <a:bodyPr/>
                    <a:lstStyle/>
                    <a:p>
                      <a:pPr>
                        <a:lnSpc>
                          <a:spcPct val="150000"/>
                        </a:lnSpc>
                        <a:buNone/>
                      </a:pPr>
                      <a:r>
                        <a:rPr lang="en-US" sz="1800" dirty="0"/>
                        <a:t>System detects early signs of slope instability using real-time data. Threshold-based algorithms and automated alerts give early warning before failure.</a:t>
                      </a:r>
                    </a:p>
                  </a:txBody>
                  <a:tcPr marL="40683" marR="40683" marT="20342" marB="20342" anchor="ctr"/>
                </a:tc>
                <a:extLst>
                  <a:ext uri="{0D108BD9-81ED-4DB2-BD59-A6C34878D82A}">
                    <a16:rowId xmlns:a16="http://schemas.microsoft.com/office/drawing/2014/main" val="39564617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B27FD-18CD-0F01-DD37-AB71F46BBAD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B156B64-57C1-063D-A743-BEC6B5440BB2}"/>
              </a:ext>
            </a:extLst>
          </p:cNvPr>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35" dirty="0"/>
              <a:t>Literature</a:t>
            </a:r>
            <a:r>
              <a:rPr spc="-130" dirty="0"/>
              <a:t> </a:t>
            </a:r>
            <a:r>
              <a:rPr spc="-95" dirty="0"/>
              <a:t>Survey</a:t>
            </a:r>
          </a:p>
        </p:txBody>
      </p:sp>
      <p:pic>
        <p:nvPicPr>
          <p:cNvPr id="5" name="object 5">
            <a:extLst>
              <a:ext uri="{FF2B5EF4-FFF2-40B4-BE49-F238E27FC236}">
                <a16:creationId xmlns:a16="http://schemas.microsoft.com/office/drawing/2014/main" id="{B6013A4F-21A4-E1CF-D198-2E14E2C961F5}"/>
              </a:ext>
            </a:extLst>
          </p:cNvPr>
          <p:cNvPicPr/>
          <p:nvPr/>
        </p:nvPicPr>
        <p:blipFill>
          <a:blip r:embed="rId2" cstate="print"/>
          <a:stretch>
            <a:fillRect/>
          </a:stretch>
        </p:blipFill>
        <p:spPr>
          <a:xfrm>
            <a:off x="152400" y="152400"/>
            <a:ext cx="1563624" cy="1408176"/>
          </a:xfrm>
          <a:prstGeom prst="rect">
            <a:avLst/>
          </a:prstGeom>
        </p:spPr>
      </p:pic>
      <p:graphicFrame>
        <p:nvGraphicFramePr>
          <p:cNvPr id="6" name="Table 5">
            <a:extLst>
              <a:ext uri="{FF2B5EF4-FFF2-40B4-BE49-F238E27FC236}">
                <a16:creationId xmlns:a16="http://schemas.microsoft.com/office/drawing/2014/main" id="{298B4325-ABE5-93F2-9B48-D69466AF5879}"/>
              </a:ext>
            </a:extLst>
          </p:cNvPr>
          <p:cNvGraphicFramePr>
            <a:graphicFrameLocks noGrp="1"/>
          </p:cNvGraphicFramePr>
          <p:nvPr>
            <p:extLst>
              <p:ext uri="{D42A27DB-BD31-4B8C-83A1-F6EECF244321}">
                <p14:modId xmlns:p14="http://schemas.microsoft.com/office/powerpoint/2010/main" val="3353996860"/>
              </p:ext>
            </p:extLst>
          </p:nvPr>
        </p:nvGraphicFramePr>
        <p:xfrm>
          <a:off x="1188720" y="1299942"/>
          <a:ext cx="7726680" cy="5345518"/>
        </p:xfrm>
        <a:graphic>
          <a:graphicData uri="http://schemas.openxmlformats.org/drawingml/2006/table">
            <a:tbl>
              <a:tblPr>
                <a:tableStyleId>{5940675A-B579-460E-94D1-54222C63F5DA}</a:tableStyleId>
              </a:tblPr>
              <a:tblGrid>
                <a:gridCol w="2575560">
                  <a:extLst>
                    <a:ext uri="{9D8B030D-6E8A-4147-A177-3AD203B41FA5}">
                      <a16:colId xmlns:a16="http://schemas.microsoft.com/office/drawing/2014/main" val="452235063"/>
                    </a:ext>
                  </a:extLst>
                </a:gridCol>
                <a:gridCol w="2575560">
                  <a:extLst>
                    <a:ext uri="{9D8B030D-6E8A-4147-A177-3AD203B41FA5}">
                      <a16:colId xmlns:a16="http://schemas.microsoft.com/office/drawing/2014/main" val="1816990845"/>
                    </a:ext>
                  </a:extLst>
                </a:gridCol>
                <a:gridCol w="2575560">
                  <a:extLst>
                    <a:ext uri="{9D8B030D-6E8A-4147-A177-3AD203B41FA5}">
                      <a16:colId xmlns:a16="http://schemas.microsoft.com/office/drawing/2014/main" val="784499620"/>
                    </a:ext>
                  </a:extLst>
                </a:gridCol>
              </a:tblGrid>
              <a:tr h="1155675">
                <a:tc>
                  <a:txBody>
                    <a:bodyPr/>
                    <a:lstStyle/>
                    <a:p>
                      <a:pPr>
                        <a:lnSpc>
                          <a:spcPct val="150000"/>
                        </a:lnSpc>
                        <a:buNone/>
                      </a:pPr>
                      <a:r>
                        <a:rPr lang="es-ES" sz="1800" dirty="0" err="1"/>
                        <a:t>Pecoraro</a:t>
                      </a:r>
                      <a:r>
                        <a:rPr lang="es-ES" sz="1800" dirty="0"/>
                        <a:t>, G., et al. (2019)</a:t>
                      </a:r>
                    </a:p>
                  </a:txBody>
                  <a:tcPr marL="40683" marR="40683" marT="20342" marB="20342" anchor="ctr"/>
                </a:tc>
                <a:tc>
                  <a:txBody>
                    <a:bodyPr/>
                    <a:lstStyle/>
                    <a:p>
                      <a:pPr>
                        <a:lnSpc>
                          <a:spcPct val="150000"/>
                        </a:lnSpc>
                        <a:buNone/>
                      </a:pPr>
                      <a:r>
                        <a:rPr lang="en-US" sz="1800" dirty="0"/>
                        <a:t>Landslide early warning systems: A systematic review</a:t>
                      </a:r>
                    </a:p>
                  </a:txBody>
                  <a:tcPr marL="40683" marR="40683" marT="20342" marB="20342" anchor="ctr"/>
                </a:tc>
                <a:tc>
                  <a:txBody>
                    <a:bodyPr/>
                    <a:lstStyle/>
                    <a:p>
                      <a:pPr>
                        <a:lnSpc>
                          <a:spcPct val="150000"/>
                        </a:lnSpc>
                        <a:buNone/>
                      </a:pPr>
                      <a:r>
                        <a:rPr lang="en-US" sz="1800" dirty="0"/>
                        <a:t>Uses pore water pressure and soil moisture for monitoring. Threshold-based alerts provide early warning and show strong practical potential.</a:t>
                      </a:r>
                    </a:p>
                  </a:txBody>
                  <a:tcPr marL="40683" marR="40683" marT="20342" marB="20342" anchor="ctr"/>
                </a:tc>
                <a:extLst>
                  <a:ext uri="{0D108BD9-81ED-4DB2-BD59-A6C34878D82A}">
                    <a16:rowId xmlns:a16="http://schemas.microsoft.com/office/drawing/2014/main" val="4194198261"/>
                  </a:ext>
                </a:extLst>
              </a:tr>
              <a:tr h="1155675">
                <a:tc>
                  <a:txBody>
                    <a:bodyPr/>
                    <a:lstStyle/>
                    <a:p>
                      <a:pPr>
                        <a:lnSpc>
                          <a:spcPct val="150000"/>
                        </a:lnSpc>
                        <a:buNone/>
                      </a:pPr>
                      <a:r>
                        <a:rPr lang="it-IT" sz="1800"/>
                        <a:t>Casagli, N., et al. (2017)</a:t>
                      </a:r>
                    </a:p>
                  </a:txBody>
                  <a:tcPr marL="40683" marR="40683" marT="20342" marB="20342" anchor="ctr"/>
                </a:tc>
                <a:tc>
                  <a:txBody>
                    <a:bodyPr/>
                    <a:lstStyle/>
                    <a:p>
                      <a:pPr>
                        <a:lnSpc>
                          <a:spcPct val="150000"/>
                        </a:lnSpc>
                        <a:buNone/>
                      </a:pPr>
                      <a:r>
                        <a:rPr lang="en-US" sz="1800" dirty="0"/>
                        <a:t>Landslide monitoring and early warning systems</a:t>
                      </a:r>
                    </a:p>
                  </a:txBody>
                  <a:tcPr marL="40683" marR="40683" marT="20342" marB="20342" anchor="ctr"/>
                </a:tc>
                <a:tc>
                  <a:txBody>
                    <a:bodyPr/>
                    <a:lstStyle/>
                    <a:p>
                      <a:pPr>
                        <a:lnSpc>
                          <a:spcPct val="150000"/>
                        </a:lnSpc>
                        <a:buNone/>
                      </a:pPr>
                      <a:r>
                        <a:rPr lang="en-US" sz="1800" dirty="0"/>
                        <a:t>Emphasizes multi-parameter monitoring and integration of ground sensors with remote sensing. Highlights need for reliable and unified systems.</a:t>
                      </a:r>
                    </a:p>
                  </a:txBody>
                  <a:tcPr marL="40683" marR="40683" marT="20342" marB="20342" anchor="ctr"/>
                </a:tc>
                <a:extLst>
                  <a:ext uri="{0D108BD9-81ED-4DB2-BD59-A6C34878D82A}">
                    <a16:rowId xmlns:a16="http://schemas.microsoft.com/office/drawing/2014/main" val="2009944207"/>
                  </a:ext>
                </a:extLst>
              </a:tr>
            </a:tbl>
          </a:graphicData>
        </a:graphic>
      </p:graphicFrame>
    </p:spTree>
    <p:extLst>
      <p:ext uri="{BB962C8B-B14F-4D97-AF65-F5344CB8AC3E}">
        <p14:creationId xmlns:p14="http://schemas.microsoft.com/office/powerpoint/2010/main" val="1323052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52165" y="457751"/>
            <a:ext cx="7507605" cy="680719"/>
          </a:xfrm>
          <a:prstGeom prst="rect">
            <a:avLst/>
          </a:prstGeom>
        </p:spPr>
        <p:txBody>
          <a:bodyPr vert="horz" wrap="square" lIns="0" tIns="12065" rIns="0" bIns="0" rtlCol="0">
            <a:spAutoFit/>
          </a:bodyPr>
          <a:lstStyle/>
          <a:p>
            <a:pPr marL="12700">
              <a:lnSpc>
                <a:spcPct val="100000"/>
              </a:lnSpc>
              <a:spcBef>
                <a:spcPts val="95"/>
              </a:spcBef>
            </a:pPr>
            <a:r>
              <a:rPr spc="-125" dirty="0"/>
              <a:t>Proposed</a:t>
            </a:r>
            <a:r>
              <a:rPr spc="-275" dirty="0"/>
              <a:t> </a:t>
            </a:r>
            <a:r>
              <a:rPr spc="-165" dirty="0"/>
              <a:t>Solution</a:t>
            </a:r>
            <a:r>
              <a:rPr spc="-260" dirty="0"/>
              <a:t> </a:t>
            </a:r>
            <a:r>
              <a:rPr spc="-50" dirty="0"/>
              <a:t>/Methodology</a:t>
            </a:r>
          </a:p>
        </p:txBody>
      </p:sp>
      <p:pic>
        <p:nvPicPr>
          <p:cNvPr id="5" name="object 5"/>
          <p:cNvPicPr/>
          <p:nvPr/>
        </p:nvPicPr>
        <p:blipFill>
          <a:blip r:embed="rId2" cstate="print"/>
          <a:stretch>
            <a:fillRect/>
          </a:stretch>
        </p:blipFill>
        <p:spPr>
          <a:xfrm>
            <a:off x="152400" y="152400"/>
            <a:ext cx="1563624" cy="1408176"/>
          </a:xfrm>
          <a:prstGeom prst="rect">
            <a:avLst/>
          </a:prstGeom>
        </p:spPr>
      </p:pic>
      <p:sp>
        <p:nvSpPr>
          <p:cNvPr id="8" name="Rectangle 2">
            <a:extLst>
              <a:ext uri="{FF2B5EF4-FFF2-40B4-BE49-F238E27FC236}">
                <a16:creationId xmlns:a16="http://schemas.microsoft.com/office/drawing/2014/main" id="{E2DA153D-7DF5-4CF9-4D92-02C69CBB135C}"/>
              </a:ext>
            </a:extLst>
          </p:cNvPr>
          <p:cNvSpPr>
            <a:spLocks noChangeArrowheads="1"/>
          </p:cNvSpPr>
          <p:nvPr/>
        </p:nvSpPr>
        <p:spPr bwMode="auto">
          <a:xfrm>
            <a:off x="1327150" y="1138470"/>
            <a:ext cx="7678419" cy="5165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Approach:</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Sensor-based monitoring combined with basic data analysis for landslide detection.</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Techniques: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Threshold-based method used for early warning alerts.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Real-time monitoring under field conditions.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Parametric study of factors like soil moisture, rainfall, and slope movement.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Tools: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Microcontroller (Arduino/</a:t>
            </a:r>
            <a:r>
              <a:rPr kumimoji="0" lang="en-US" altLang="en-US" b="0" i="0" u="none" strike="noStrike" cap="none" normalizeH="0" baseline="0" dirty="0" err="1">
                <a:ln>
                  <a:noFill/>
                </a:ln>
                <a:solidFill>
                  <a:schemeClr val="tx1"/>
                </a:solidFill>
                <a:effectLst/>
                <a:latin typeface="Arial" panose="020B0604020202020204" pitchFamily="34" charset="0"/>
              </a:rPr>
              <a:t>NodeMCU</a:t>
            </a:r>
            <a:r>
              <a:rPr kumimoji="0" lang="en-US" altLang="en-US" b="0" i="0" u="none" strike="noStrike" cap="none" normalizeH="0" baseline="0" dirty="0">
                <a:ln>
                  <a:noFill/>
                </a:ln>
                <a:solidFill>
                  <a:schemeClr val="tx1"/>
                </a:solidFill>
                <a:effectLst/>
                <a:latin typeface="Arial" panose="020B0604020202020204" pitchFamily="34" charset="0"/>
              </a:rPr>
              <a:t>) with IoT platform for data collection.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Sensors (soil moisture, tilt, rain sensor) used for monitoring.</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Simple data analysis and alert system (buzzer/SMS/app notification).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2400" y="152400"/>
            <a:ext cx="1594103" cy="1408176"/>
          </a:xfrm>
          <a:prstGeom prst="rect">
            <a:avLst/>
          </a:prstGeom>
        </p:spPr>
      </p:pic>
      <p:pic>
        <p:nvPicPr>
          <p:cNvPr id="4" name="object 4"/>
          <p:cNvPicPr/>
          <p:nvPr/>
        </p:nvPicPr>
        <p:blipFill>
          <a:blip r:embed="rId3" cstate="print"/>
          <a:stretch>
            <a:fillRect/>
          </a:stretch>
        </p:blipFill>
        <p:spPr>
          <a:xfrm>
            <a:off x="2590800" y="3886200"/>
            <a:ext cx="5181600" cy="2865118"/>
          </a:xfrm>
          <a:prstGeom prst="rect">
            <a:avLst/>
          </a:prstGeom>
        </p:spPr>
      </p:pic>
      <p:graphicFrame>
        <p:nvGraphicFramePr>
          <p:cNvPr id="5" name="object 6">
            <a:extLst>
              <a:ext uri="{FF2B5EF4-FFF2-40B4-BE49-F238E27FC236}">
                <a16:creationId xmlns:a16="http://schemas.microsoft.com/office/drawing/2014/main" id="{DD203FC5-0513-146C-23C1-483875E61851}"/>
              </a:ext>
            </a:extLst>
          </p:cNvPr>
          <p:cNvGraphicFramePr>
            <a:graphicFrameLocks noGrp="1"/>
          </p:cNvGraphicFramePr>
          <p:nvPr>
            <p:extLst>
              <p:ext uri="{D42A27DB-BD31-4B8C-83A1-F6EECF244321}">
                <p14:modId xmlns:p14="http://schemas.microsoft.com/office/powerpoint/2010/main" val="3473988671"/>
              </p:ext>
            </p:extLst>
          </p:nvPr>
        </p:nvGraphicFramePr>
        <p:xfrm>
          <a:off x="1676400" y="1219200"/>
          <a:ext cx="7247890" cy="2362200"/>
        </p:xfrm>
        <a:graphic>
          <a:graphicData uri="http://schemas.openxmlformats.org/drawingml/2006/table">
            <a:tbl>
              <a:tblPr firstRow="1" bandRow="1">
                <a:tableStyleId>{2D5ABB26-0587-4C30-8999-92F81FD0307C}</a:tableStyleId>
              </a:tblPr>
              <a:tblGrid>
                <a:gridCol w="3623945">
                  <a:extLst>
                    <a:ext uri="{9D8B030D-6E8A-4147-A177-3AD203B41FA5}">
                      <a16:colId xmlns:a16="http://schemas.microsoft.com/office/drawing/2014/main" val="20000"/>
                    </a:ext>
                  </a:extLst>
                </a:gridCol>
                <a:gridCol w="3623945">
                  <a:extLst>
                    <a:ext uri="{9D8B030D-6E8A-4147-A177-3AD203B41FA5}">
                      <a16:colId xmlns:a16="http://schemas.microsoft.com/office/drawing/2014/main" val="20001"/>
                    </a:ext>
                  </a:extLst>
                </a:gridCol>
              </a:tblGrid>
              <a:tr h="393928">
                <a:tc>
                  <a:txBody>
                    <a:bodyPr/>
                    <a:lstStyle/>
                    <a:p>
                      <a:pPr marL="91440">
                        <a:lnSpc>
                          <a:spcPct val="100000"/>
                        </a:lnSpc>
                        <a:spcBef>
                          <a:spcPts val="254"/>
                        </a:spcBef>
                      </a:pPr>
                      <a:r>
                        <a:rPr sz="1800" dirty="0">
                          <a:latin typeface="Calibri"/>
                          <a:cs typeface="Calibri"/>
                        </a:rPr>
                        <a:t>Sensor</a:t>
                      </a:r>
                      <a:r>
                        <a:rPr sz="1800" spc="-50" dirty="0">
                          <a:latin typeface="Calibri"/>
                          <a:cs typeface="Calibri"/>
                        </a:rPr>
                        <a:t> </a:t>
                      </a:r>
                      <a:r>
                        <a:rPr sz="1800" spc="-20" dirty="0">
                          <a:latin typeface="Calibri"/>
                          <a:cs typeface="Calibri"/>
                        </a:rPr>
                        <a:t>Type</a:t>
                      </a:r>
                      <a:endParaRPr sz="1800" dirty="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3345">
                        <a:lnSpc>
                          <a:spcPct val="100000"/>
                        </a:lnSpc>
                        <a:spcBef>
                          <a:spcPts val="254"/>
                        </a:spcBef>
                      </a:pPr>
                      <a:r>
                        <a:rPr sz="1800" spc="-10" dirty="0">
                          <a:latin typeface="Calibri"/>
                          <a:cs typeface="Calibri"/>
                        </a:rPr>
                        <a:t>Purpose</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0"/>
                  </a:ext>
                </a:extLst>
              </a:tr>
              <a:tr h="393928">
                <a:tc>
                  <a:txBody>
                    <a:bodyPr/>
                    <a:lstStyle/>
                    <a:p>
                      <a:pPr marL="91440">
                        <a:lnSpc>
                          <a:spcPct val="100000"/>
                        </a:lnSpc>
                        <a:spcBef>
                          <a:spcPts val="254"/>
                        </a:spcBef>
                      </a:pPr>
                      <a:r>
                        <a:rPr sz="1800" dirty="0">
                          <a:latin typeface="Calibri"/>
                          <a:cs typeface="Calibri"/>
                        </a:rPr>
                        <a:t>Soil</a:t>
                      </a:r>
                      <a:r>
                        <a:rPr sz="1800" spc="-10" dirty="0">
                          <a:latin typeface="Calibri"/>
                          <a:cs typeface="Calibri"/>
                        </a:rPr>
                        <a:t> Moisture</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3345">
                        <a:lnSpc>
                          <a:spcPct val="100000"/>
                        </a:lnSpc>
                        <a:spcBef>
                          <a:spcPts val="254"/>
                        </a:spcBef>
                      </a:pPr>
                      <a:r>
                        <a:rPr sz="1800" dirty="0">
                          <a:latin typeface="Calibri"/>
                          <a:cs typeface="Calibri"/>
                        </a:rPr>
                        <a:t>Detect</a:t>
                      </a:r>
                      <a:r>
                        <a:rPr sz="1800" spc="-35" dirty="0">
                          <a:latin typeface="Calibri"/>
                          <a:cs typeface="Calibri"/>
                        </a:rPr>
                        <a:t> </a:t>
                      </a:r>
                      <a:r>
                        <a:rPr sz="1800" dirty="0">
                          <a:latin typeface="Calibri"/>
                          <a:cs typeface="Calibri"/>
                        </a:rPr>
                        <a:t>water</a:t>
                      </a:r>
                      <a:r>
                        <a:rPr sz="1800" spc="-30" dirty="0">
                          <a:latin typeface="Calibri"/>
                          <a:cs typeface="Calibri"/>
                        </a:rPr>
                        <a:t> </a:t>
                      </a:r>
                      <a:r>
                        <a:rPr sz="1800" spc="-10" dirty="0">
                          <a:latin typeface="Calibri"/>
                          <a:cs typeface="Calibri"/>
                        </a:rPr>
                        <a:t>content</a:t>
                      </a:r>
                      <a:endParaRPr sz="1800" dirty="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1"/>
                  </a:ext>
                </a:extLst>
              </a:tr>
              <a:tr h="393244">
                <a:tc>
                  <a:txBody>
                    <a:bodyPr/>
                    <a:lstStyle/>
                    <a:p>
                      <a:pPr marL="91440">
                        <a:lnSpc>
                          <a:spcPct val="100000"/>
                        </a:lnSpc>
                        <a:spcBef>
                          <a:spcPts val="259"/>
                        </a:spcBef>
                      </a:pPr>
                      <a:r>
                        <a:rPr sz="1800" dirty="0">
                          <a:latin typeface="Calibri"/>
                          <a:cs typeface="Calibri"/>
                        </a:rPr>
                        <a:t>Tilt</a:t>
                      </a:r>
                      <a:r>
                        <a:rPr sz="1800" spc="-15" dirty="0">
                          <a:latin typeface="Calibri"/>
                          <a:cs typeface="Calibri"/>
                        </a:rPr>
                        <a:t> </a:t>
                      </a:r>
                      <a:r>
                        <a:rPr sz="1800" spc="-10" dirty="0">
                          <a:latin typeface="Calibri"/>
                          <a:cs typeface="Calibri"/>
                        </a:rPr>
                        <a:t>Sensor</a:t>
                      </a:r>
                      <a:endParaRPr sz="1800">
                        <a:latin typeface="Calibri"/>
                        <a:cs typeface="Calibri"/>
                      </a:endParaRPr>
                    </a:p>
                  </a:txBody>
                  <a:tcPr marL="0" marR="0" marT="330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3345">
                        <a:lnSpc>
                          <a:spcPct val="100000"/>
                        </a:lnSpc>
                        <a:spcBef>
                          <a:spcPts val="259"/>
                        </a:spcBef>
                      </a:pPr>
                      <a:r>
                        <a:rPr sz="1800" dirty="0">
                          <a:latin typeface="Calibri"/>
                          <a:cs typeface="Calibri"/>
                        </a:rPr>
                        <a:t>Measure</a:t>
                      </a:r>
                      <a:r>
                        <a:rPr sz="1800" spc="-25" dirty="0">
                          <a:latin typeface="Calibri"/>
                          <a:cs typeface="Calibri"/>
                        </a:rPr>
                        <a:t> </a:t>
                      </a:r>
                      <a:r>
                        <a:rPr sz="1800" dirty="0">
                          <a:latin typeface="Calibri"/>
                          <a:cs typeface="Calibri"/>
                        </a:rPr>
                        <a:t>slope</a:t>
                      </a:r>
                      <a:r>
                        <a:rPr sz="1800" spc="-35" dirty="0">
                          <a:latin typeface="Calibri"/>
                          <a:cs typeface="Calibri"/>
                        </a:rPr>
                        <a:t> </a:t>
                      </a:r>
                      <a:r>
                        <a:rPr sz="1800" spc="-10" dirty="0">
                          <a:latin typeface="Calibri"/>
                          <a:cs typeface="Calibri"/>
                        </a:rPr>
                        <a:t>movement</a:t>
                      </a:r>
                      <a:endParaRPr sz="1800" dirty="0">
                        <a:latin typeface="Calibri"/>
                        <a:cs typeface="Calibri"/>
                      </a:endParaRPr>
                    </a:p>
                  </a:txBody>
                  <a:tcPr marL="0" marR="0" marT="330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2"/>
                  </a:ext>
                </a:extLst>
              </a:tr>
              <a:tr h="393928">
                <a:tc>
                  <a:txBody>
                    <a:bodyPr/>
                    <a:lstStyle/>
                    <a:p>
                      <a:pPr marL="91440">
                        <a:lnSpc>
                          <a:spcPct val="100000"/>
                        </a:lnSpc>
                        <a:spcBef>
                          <a:spcPts val="260"/>
                        </a:spcBef>
                      </a:pPr>
                      <a:r>
                        <a:rPr sz="1800" dirty="0">
                          <a:latin typeface="Calibri"/>
                          <a:cs typeface="Calibri"/>
                        </a:rPr>
                        <a:t>Rainfall</a:t>
                      </a:r>
                      <a:r>
                        <a:rPr sz="1800" spc="-30" dirty="0">
                          <a:latin typeface="Calibri"/>
                          <a:cs typeface="Calibri"/>
                        </a:rPr>
                        <a:t> </a:t>
                      </a:r>
                      <a:r>
                        <a:rPr sz="1800" spc="-10" dirty="0">
                          <a:latin typeface="Calibri"/>
                          <a:cs typeface="Calibri"/>
                        </a:rPr>
                        <a:t>Sensor</a:t>
                      </a:r>
                      <a:endParaRPr sz="180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3345">
                        <a:lnSpc>
                          <a:spcPct val="100000"/>
                        </a:lnSpc>
                        <a:spcBef>
                          <a:spcPts val="260"/>
                        </a:spcBef>
                      </a:pPr>
                      <a:r>
                        <a:rPr sz="1800" dirty="0">
                          <a:latin typeface="Calibri"/>
                          <a:cs typeface="Calibri"/>
                        </a:rPr>
                        <a:t>Monitor</a:t>
                      </a:r>
                      <a:r>
                        <a:rPr sz="1800" spc="-45" dirty="0">
                          <a:latin typeface="Calibri"/>
                          <a:cs typeface="Calibri"/>
                        </a:rPr>
                        <a:t> </a:t>
                      </a:r>
                      <a:r>
                        <a:rPr sz="1800" dirty="0">
                          <a:latin typeface="Calibri"/>
                          <a:cs typeface="Calibri"/>
                        </a:rPr>
                        <a:t>rainfall</a:t>
                      </a:r>
                      <a:r>
                        <a:rPr sz="1800" spc="-25" dirty="0">
                          <a:latin typeface="Calibri"/>
                          <a:cs typeface="Calibri"/>
                        </a:rPr>
                        <a:t> </a:t>
                      </a:r>
                      <a:r>
                        <a:rPr sz="1800" spc="-10" dirty="0">
                          <a:latin typeface="Calibri"/>
                          <a:cs typeface="Calibri"/>
                        </a:rPr>
                        <a:t>intensity</a:t>
                      </a:r>
                      <a:endParaRPr sz="180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3"/>
                  </a:ext>
                </a:extLst>
              </a:tr>
              <a:tr h="393928">
                <a:tc>
                  <a:txBody>
                    <a:bodyPr/>
                    <a:lstStyle/>
                    <a:p>
                      <a:pPr marL="91440">
                        <a:lnSpc>
                          <a:spcPct val="100000"/>
                        </a:lnSpc>
                        <a:spcBef>
                          <a:spcPts val="260"/>
                        </a:spcBef>
                      </a:pPr>
                      <a:r>
                        <a:rPr sz="1800" spc="-20" dirty="0">
                          <a:latin typeface="Calibri"/>
                          <a:cs typeface="Calibri"/>
                        </a:rPr>
                        <a:t>GNSS</a:t>
                      </a:r>
                      <a:endParaRPr sz="180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3345">
                        <a:lnSpc>
                          <a:spcPct val="100000"/>
                        </a:lnSpc>
                        <a:spcBef>
                          <a:spcPts val="260"/>
                        </a:spcBef>
                      </a:pPr>
                      <a:r>
                        <a:rPr sz="1800" dirty="0">
                          <a:latin typeface="Calibri"/>
                          <a:cs typeface="Calibri"/>
                        </a:rPr>
                        <a:t>Track</a:t>
                      </a:r>
                      <a:r>
                        <a:rPr sz="1800" spc="-25" dirty="0">
                          <a:latin typeface="Calibri"/>
                          <a:cs typeface="Calibri"/>
                        </a:rPr>
                        <a:t> </a:t>
                      </a:r>
                      <a:r>
                        <a:rPr sz="1800" spc="-10" dirty="0">
                          <a:latin typeface="Calibri"/>
                          <a:cs typeface="Calibri"/>
                        </a:rPr>
                        <a:t>displacement</a:t>
                      </a:r>
                      <a:endParaRPr sz="1800">
                        <a:latin typeface="Calibri"/>
                        <a:cs typeface="Calibri"/>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4"/>
                  </a:ext>
                </a:extLst>
              </a:tr>
              <a:tr h="393244">
                <a:tc>
                  <a:txBody>
                    <a:bodyPr/>
                    <a:lstStyle/>
                    <a:p>
                      <a:pPr marL="91440">
                        <a:lnSpc>
                          <a:spcPct val="100000"/>
                        </a:lnSpc>
                        <a:spcBef>
                          <a:spcPts val="265"/>
                        </a:spcBef>
                      </a:pPr>
                      <a:r>
                        <a:rPr sz="1800" dirty="0">
                          <a:latin typeface="Calibri"/>
                          <a:cs typeface="Calibri"/>
                        </a:rPr>
                        <a:t>Vibration</a:t>
                      </a:r>
                      <a:r>
                        <a:rPr sz="1800" spc="-50" dirty="0">
                          <a:latin typeface="Calibri"/>
                          <a:cs typeface="Calibri"/>
                        </a:rPr>
                        <a:t> </a:t>
                      </a:r>
                      <a:r>
                        <a:rPr sz="1800" spc="-10" dirty="0">
                          <a:latin typeface="Calibri"/>
                          <a:cs typeface="Calibri"/>
                        </a:rPr>
                        <a:t>Sensor</a:t>
                      </a:r>
                      <a:endParaRPr sz="180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3345">
                        <a:lnSpc>
                          <a:spcPct val="100000"/>
                        </a:lnSpc>
                        <a:spcBef>
                          <a:spcPts val="265"/>
                        </a:spcBef>
                      </a:pPr>
                      <a:r>
                        <a:rPr sz="1800" dirty="0">
                          <a:latin typeface="Calibri"/>
                          <a:cs typeface="Calibri"/>
                        </a:rPr>
                        <a:t>Detect</a:t>
                      </a:r>
                      <a:r>
                        <a:rPr sz="1800" spc="-50" dirty="0">
                          <a:latin typeface="Calibri"/>
                          <a:cs typeface="Calibri"/>
                        </a:rPr>
                        <a:t> </a:t>
                      </a:r>
                      <a:r>
                        <a:rPr sz="1800" dirty="0">
                          <a:latin typeface="Calibri"/>
                          <a:cs typeface="Calibri"/>
                        </a:rPr>
                        <a:t>ground</a:t>
                      </a:r>
                      <a:r>
                        <a:rPr sz="1800" spc="-30" dirty="0">
                          <a:latin typeface="Calibri"/>
                          <a:cs typeface="Calibri"/>
                        </a:rPr>
                        <a:t> </a:t>
                      </a:r>
                      <a:r>
                        <a:rPr sz="1800" spc="-10" dirty="0">
                          <a:latin typeface="Calibri"/>
                          <a:cs typeface="Calibri"/>
                        </a:rPr>
                        <a:t>movement</a:t>
                      </a:r>
                      <a:endParaRPr sz="1800" dirty="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42414" y="348183"/>
            <a:ext cx="3978910" cy="680720"/>
          </a:xfrm>
          <a:prstGeom prst="rect">
            <a:avLst/>
          </a:prstGeom>
        </p:spPr>
        <p:txBody>
          <a:bodyPr vert="horz" wrap="square" lIns="0" tIns="12065" rIns="0" bIns="0" rtlCol="0">
            <a:spAutoFit/>
          </a:bodyPr>
          <a:lstStyle/>
          <a:p>
            <a:pPr marL="12700">
              <a:lnSpc>
                <a:spcPct val="100000"/>
              </a:lnSpc>
              <a:spcBef>
                <a:spcPts val="95"/>
              </a:spcBef>
            </a:pPr>
            <a:r>
              <a:rPr spc="-155" dirty="0"/>
              <a:t>Results</a:t>
            </a:r>
            <a:r>
              <a:rPr spc="-285" dirty="0"/>
              <a:t> </a:t>
            </a:r>
            <a:r>
              <a:rPr spc="-40" dirty="0"/>
              <a:t>&amp;</a:t>
            </a:r>
            <a:r>
              <a:rPr spc="-890" dirty="0"/>
              <a:t> </a:t>
            </a:r>
            <a:r>
              <a:rPr spc="-135" dirty="0"/>
              <a:t>Analysis</a:t>
            </a:r>
          </a:p>
        </p:txBody>
      </p:sp>
      <p:sp>
        <p:nvSpPr>
          <p:cNvPr id="4" name="object 4"/>
          <p:cNvSpPr txBox="1"/>
          <p:nvPr/>
        </p:nvSpPr>
        <p:spPr>
          <a:xfrm>
            <a:off x="1371600" y="1560576"/>
            <a:ext cx="7093267" cy="2704587"/>
          </a:xfrm>
          <a:prstGeom prst="rect">
            <a:avLst/>
          </a:prstGeom>
        </p:spPr>
        <p:txBody>
          <a:bodyPr vert="horz" wrap="square" lIns="0" tIns="11430" rIns="0" bIns="0" rtlCol="0">
            <a:spAutoFit/>
          </a:bodyPr>
          <a:lstStyle/>
          <a:p>
            <a:pPr marL="354965" indent="-342900">
              <a:lnSpc>
                <a:spcPct val="100000"/>
              </a:lnSpc>
              <a:spcBef>
                <a:spcPts val="90"/>
              </a:spcBef>
              <a:buSzPct val="65000"/>
              <a:buFont typeface="Arial" panose="020B0604020202020204" pitchFamily="34" charset="0"/>
              <a:buChar char="•"/>
              <a:tabLst>
                <a:tab pos="112395" algn="l"/>
              </a:tabLst>
            </a:pPr>
            <a:r>
              <a:rPr sz="2000" b="1" spc="-30" dirty="0">
                <a:solidFill>
                  <a:srgbClr val="300D04"/>
                </a:solidFill>
                <a:latin typeface="Trebuchet MS"/>
                <a:cs typeface="Trebuchet MS"/>
              </a:rPr>
              <a:t>Rainfall</a:t>
            </a:r>
            <a:r>
              <a:rPr sz="2000" b="1" spc="-60" dirty="0">
                <a:solidFill>
                  <a:srgbClr val="300D04"/>
                </a:solidFill>
                <a:latin typeface="Trebuchet MS"/>
                <a:cs typeface="Trebuchet MS"/>
              </a:rPr>
              <a:t> </a:t>
            </a:r>
            <a:r>
              <a:rPr sz="2000" b="1" spc="-35" dirty="0">
                <a:solidFill>
                  <a:srgbClr val="300D04"/>
                </a:solidFill>
                <a:latin typeface="Trebuchet MS"/>
                <a:cs typeface="Trebuchet MS"/>
              </a:rPr>
              <a:t>Intensity:</a:t>
            </a:r>
            <a:r>
              <a:rPr sz="2000" b="1" spc="-335" dirty="0">
                <a:solidFill>
                  <a:srgbClr val="300D04"/>
                </a:solidFill>
                <a:latin typeface="Trebuchet MS"/>
                <a:cs typeface="Trebuchet MS"/>
              </a:rPr>
              <a:t> </a:t>
            </a:r>
            <a:r>
              <a:rPr sz="2000" spc="-125" dirty="0">
                <a:solidFill>
                  <a:srgbClr val="300D04"/>
                </a:solidFill>
                <a:latin typeface="Trebuchet MS"/>
                <a:cs typeface="Trebuchet MS"/>
              </a:rPr>
              <a:t>Reached</a:t>
            </a:r>
            <a:r>
              <a:rPr sz="2000" spc="-25" dirty="0">
                <a:solidFill>
                  <a:srgbClr val="300D04"/>
                </a:solidFill>
                <a:latin typeface="Trebuchet MS"/>
                <a:cs typeface="Trebuchet MS"/>
              </a:rPr>
              <a:t> </a:t>
            </a:r>
            <a:r>
              <a:rPr sz="2000" spc="-20" dirty="0">
                <a:solidFill>
                  <a:srgbClr val="300D04"/>
                </a:solidFill>
                <a:latin typeface="Trebuchet MS"/>
                <a:cs typeface="Trebuchet MS"/>
              </a:rPr>
              <a:t>a</a:t>
            </a:r>
            <a:r>
              <a:rPr sz="2000" spc="-235" dirty="0">
                <a:solidFill>
                  <a:srgbClr val="300D04"/>
                </a:solidFill>
                <a:latin typeface="Trebuchet MS"/>
                <a:cs typeface="Trebuchet MS"/>
              </a:rPr>
              <a:t> </a:t>
            </a:r>
            <a:r>
              <a:rPr sz="2000" spc="-125" dirty="0">
                <a:solidFill>
                  <a:srgbClr val="300D04"/>
                </a:solidFill>
                <a:latin typeface="Trebuchet MS"/>
                <a:cs typeface="Trebuchet MS"/>
              </a:rPr>
              <a:t>peak</a:t>
            </a:r>
            <a:r>
              <a:rPr sz="2000" spc="-114" dirty="0">
                <a:solidFill>
                  <a:srgbClr val="300D04"/>
                </a:solidFill>
                <a:latin typeface="Trebuchet MS"/>
                <a:cs typeface="Trebuchet MS"/>
              </a:rPr>
              <a:t> </a:t>
            </a:r>
            <a:r>
              <a:rPr sz="2000" spc="-65" dirty="0">
                <a:solidFill>
                  <a:srgbClr val="300D04"/>
                </a:solidFill>
                <a:latin typeface="Trebuchet MS"/>
                <a:cs typeface="Trebuchet MS"/>
              </a:rPr>
              <a:t>of</a:t>
            </a:r>
            <a:r>
              <a:rPr sz="2000" spc="-110" dirty="0">
                <a:solidFill>
                  <a:srgbClr val="300D04"/>
                </a:solidFill>
                <a:latin typeface="Trebuchet MS"/>
                <a:cs typeface="Trebuchet MS"/>
              </a:rPr>
              <a:t> </a:t>
            </a:r>
            <a:r>
              <a:rPr sz="2000" dirty="0">
                <a:solidFill>
                  <a:srgbClr val="300D04"/>
                </a:solidFill>
                <a:latin typeface="Trebuchet MS"/>
                <a:cs typeface="Trebuchet MS"/>
              </a:rPr>
              <a:t>40</a:t>
            </a:r>
            <a:r>
              <a:rPr sz="2000" spc="-35" dirty="0">
                <a:solidFill>
                  <a:srgbClr val="300D04"/>
                </a:solidFill>
                <a:latin typeface="Trebuchet MS"/>
                <a:cs typeface="Trebuchet MS"/>
              </a:rPr>
              <a:t> </a:t>
            </a:r>
            <a:r>
              <a:rPr sz="2000" spc="-155" dirty="0">
                <a:solidFill>
                  <a:srgbClr val="300D04"/>
                </a:solidFill>
                <a:latin typeface="Trebuchet MS"/>
                <a:cs typeface="Trebuchet MS"/>
              </a:rPr>
              <a:t>mm/hr</a:t>
            </a:r>
            <a:r>
              <a:rPr sz="2000" spc="-225" dirty="0">
                <a:solidFill>
                  <a:srgbClr val="300D04"/>
                </a:solidFill>
                <a:latin typeface="Trebuchet MS"/>
                <a:cs typeface="Trebuchet MS"/>
              </a:rPr>
              <a:t> </a:t>
            </a:r>
            <a:r>
              <a:rPr sz="2000" spc="-100" dirty="0">
                <a:solidFill>
                  <a:srgbClr val="300D04"/>
                </a:solidFill>
                <a:latin typeface="Trebuchet MS"/>
                <a:cs typeface="Trebuchet MS"/>
              </a:rPr>
              <a:t>during</a:t>
            </a:r>
            <a:r>
              <a:rPr sz="2000" spc="-165" dirty="0">
                <a:solidFill>
                  <a:srgbClr val="300D04"/>
                </a:solidFill>
                <a:latin typeface="Trebuchet MS"/>
                <a:cs typeface="Trebuchet MS"/>
              </a:rPr>
              <a:t> </a:t>
            </a:r>
            <a:r>
              <a:rPr sz="2000" spc="-10" dirty="0">
                <a:solidFill>
                  <a:srgbClr val="300D04"/>
                </a:solidFill>
                <a:latin typeface="Trebuchet MS"/>
                <a:cs typeface="Trebuchet MS"/>
              </a:rPr>
              <a:t>simulated</a:t>
            </a:r>
            <a:r>
              <a:rPr lang="en-US" sz="2000" dirty="0">
                <a:latin typeface="Trebuchet MS"/>
                <a:cs typeface="Trebuchet MS"/>
              </a:rPr>
              <a:t> </a:t>
            </a:r>
            <a:r>
              <a:rPr sz="2000" spc="-20" dirty="0">
                <a:solidFill>
                  <a:srgbClr val="300D04"/>
                </a:solidFill>
                <a:latin typeface="Trebuchet MS"/>
                <a:cs typeface="Trebuchet MS"/>
              </a:rPr>
              <a:t>rain</a:t>
            </a:r>
            <a:endParaRPr sz="2000" dirty="0">
              <a:latin typeface="Trebuchet MS"/>
              <a:cs typeface="Trebuchet MS"/>
            </a:endParaRPr>
          </a:p>
          <a:p>
            <a:pPr marL="345440" indent="-342900">
              <a:lnSpc>
                <a:spcPct val="100000"/>
              </a:lnSpc>
              <a:spcBef>
                <a:spcPts val="605"/>
              </a:spcBef>
              <a:buSzPct val="95000"/>
              <a:buFont typeface="Arial" panose="020B0604020202020204" pitchFamily="34" charset="0"/>
              <a:buChar char="•"/>
              <a:tabLst>
                <a:tab pos="148590" algn="l"/>
              </a:tabLst>
            </a:pPr>
            <a:r>
              <a:rPr sz="2000" b="1" spc="-20" dirty="0">
                <a:solidFill>
                  <a:srgbClr val="300D04"/>
                </a:solidFill>
                <a:latin typeface="Trebuchet MS"/>
                <a:cs typeface="Trebuchet MS"/>
              </a:rPr>
              <a:t>Soil</a:t>
            </a:r>
            <a:r>
              <a:rPr sz="2000" b="1" spc="-25" dirty="0">
                <a:solidFill>
                  <a:srgbClr val="300D04"/>
                </a:solidFill>
                <a:latin typeface="Trebuchet MS"/>
                <a:cs typeface="Trebuchet MS"/>
              </a:rPr>
              <a:t> </a:t>
            </a:r>
            <a:r>
              <a:rPr sz="2000" b="1" dirty="0">
                <a:solidFill>
                  <a:srgbClr val="300D04"/>
                </a:solidFill>
                <a:latin typeface="Trebuchet MS"/>
                <a:cs typeface="Trebuchet MS"/>
              </a:rPr>
              <a:t>Moisture</a:t>
            </a:r>
            <a:r>
              <a:rPr sz="2000" b="1" spc="-20" dirty="0">
                <a:solidFill>
                  <a:srgbClr val="300D04"/>
                </a:solidFill>
                <a:latin typeface="Trebuchet MS"/>
                <a:cs typeface="Trebuchet MS"/>
              </a:rPr>
              <a:t> </a:t>
            </a:r>
            <a:r>
              <a:rPr sz="2000" b="1" spc="-75" dirty="0">
                <a:solidFill>
                  <a:srgbClr val="300D04"/>
                </a:solidFill>
                <a:latin typeface="Trebuchet MS"/>
                <a:cs typeface="Trebuchet MS"/>
              </a:rPr>
              <a:t>Level:</a:t>
            </a:r>
            <a:r>
              <a:rPr sz="2000" b="1" spc="-275" dirty="0">
                <a:solidFill>
                  <a:srgbClr val="300D04"/>
                </a:solidFill>
                <a:latin typeface="Trebuchet MS"/>
                <a:cs typeface="Trebuchet MS"/>
              </a:rPr>
              <a:t> </a:t>
            </a:r>
            <a:r>
              <a:rPr sz="2000" spc="-125" dirty="0">
                <a:solidFill>
                  <a:srgbClr val="300D04"/>
                </a:solidFill>
                <a:latin typeface="Trebuchet MS"/>
                <a:cs typeface="Trebuchet MS"/>
              </a:rPr>
              <a:t>Increased</a:t>
            </a:r>
            <a:r>
              <a:rPr sz="2000" spc="-25" dirty="0">
                <a:solidFill>
                  <a:srgbClr val="300D04"/>
                </a:solidFill>
                <a:latin typeface="Trebuchet MS"/>
                <a:cs typeface="Trebuchet MS"/>
              </a:rPr>
              <a:t> </a:t>
            </a:r>
            <a:r>
              <a:rPr sz="2000" spc="-90" dirty="0">
                <a:solidFill>
                  <a:srgbClr val="300D04"/>
                </a:solidFill>
                <a:latin typeface="Trebuchet MS"/>
                <a:cs typeface="Trebuchet MS"/>
              </a:rPr>
              <a:t>from</a:t>
            </a:r>
            <a:r>
              <a:rPr sz="2000" spc="-195" dirty="0">
                <a:solidFill>
                  <a:srgbClr val="300D04"/>
                </a:solidFill>
                <a:latin typeface="Trebuchet MS"/>
                <a:cs typeface="Trebuchet MS"/>
              </a:rPr>
              <a:t> </a:t>
            </a:r>
            <a:r>
              <a:rPr sz="2000" dirty="0">
                <a:solidFill>
                  <a:srgbClr val="300D04"/>
                </a:solidFill>
                <a:latin typeface="Trebuchet MS"/>
                <a:cs typeface="Trebuchet MS"/>
              </a:rPr>
              <a:t>15%</a:t>
            </a:r>
            <a:r>
              <a:rPr sz="2000" spc="-45" dirty="0">
                <a:solidFill>
                  <a:srgbClr val="300D04"/>
                </a:solidFill>
                <a:latin typeface="Trebuchet MS"/>
                <a:cs typeface="Trebuchet MS"/>
              </a:rPr>
              <a:t> </a:t>
            </a:r>
            <a:r>
              <a:rPr sz="2000" dirty="0">
                <a:solidFill>
                  <a:srgbClr val="300D04"/>
                </a:solidFill>
                <a:latin typeface="Trebuchet MS"/>
                <a:cs typeface="Trebuchet MS"/>
              </a:rPr>
              <a:t>to</a:t>
            </a:r>
            <a:r>
              <a:rPr sz="2000" spc="-40" dirty="0">
                <a:solidFill>
                  <a:srgbClr val="300D04"/>
                </a:solidFill>
                <a:latin typeface="Trebuchet MS"/>
                <a:cs typeface="Trebuchet MS"/>
              </a:rPr>
              <a:t> </a:t>
            </a:r>
            <a:r>
              <a:rPr sz="2000" spc="-70" dirty="0">
                <a:solidFill>
                  <a:srgbClr val="300D04"/>
                </a:solidFill>
                <a:latin typeface="Trebuchet MS"/>
                <a:cs typeface="Trebuchet MS"/>
              </a:rPr>
              <a:t>65%,</a:t>
            </a:r>
            <a:r>
              <a:rPr sz="2000" spc="-295" dirty="0">
                <a:solidFill>
                  <a:srgbClr val="300D04"/>
                </a:solidFill>
                <a:latin typeface="Trebuchet MS"/>
                <a:cs typeface="Trebuchet MS"/>
              </a:rPr>
              <a:t> </a:t>
            </a:r>
            <a:r>
              <a:rPr sz="2000" spc="-125" dirty="0">
                <a:solidFill>
                  <a:srgbClr val="300D04"/>
                </a:solidFill>
                <a:latin typeface="Trebuchet MS"/>
                <a:cs typeface="Trebuchet MS"/>
              </a:rPr>
              <a:t>approaching</a:t>
            </a:r>
            <a:r>
              <a:rPr sz="2000" spc="-114" dirty="0">
                <a:solidFill>
                  <a:srgbClr val="300D04"/>
                </a:solidFill>
                <a:latin typeface="Trebuchet MS"/>
                <a:cs typeface="Trebuchet MS"/>
              </a:rPr>
              <a:t> </a:t>
            </a:r>
            <a:r>
              <a:rPr sz="2000" spc="-25" dirty="0">
                <a:solidFill>
                  <a:srgbClr val="300D04"/>
                </a:solidFill>
                <a:latin typeface="Trebuchet MS"/>
                <a:cs typeface="Trebuchet MS"/>
              </a:rPr>
              <a:t>the</a:t>
            </a:r>
            <a:r>
              <a:rPr lang="en-US" sz="2000" dirty="0">
                <a:latin typeface="Trebuchet MS"/>
                <a:cs typeface="Trebuchet MS"/>
              </a:rPr>
              <a:t> </a:t>
            </a:r>
            <a:r>
              <a:rPr sz="2000" spc="-125" dirty="0">
                <a:solidFill>
                  <a:srgbClr val="300D04"/>
                </a:solidFill>
                <a:latin typeface="Trebuchet MS"/>
                <a:cs typeface="Trebuchet MS"/>
              </a:rPr>
              <a:t>landslide</a:t>
            </a:r>
            <a:r>
              <a:rPr sz="2000" spc="-114" dirty="0">
                <a:solidFill>
                  <a:srgbClr val="300D04"/>
                </a:solidFill>
                <a:latin typeface="Trebuchet MS"/>
                <a:cs typeface="Trebuchet MS"/>
              </a:rPr>
              <a:t> </a:t>
            </a:r>
            <a:r>
              <a:rPr sz="2000" spc="-10" dirty="0">
                <a:solidFill>
                  <a:srgbClr val="300D04"/>
                </a:solidFill>
                <a:latin typeface="Trebuchet MS"/>
                <a:cs typeface="Trebuchet MS"/>
              </a:rPr>
              <a:t>threshold.</a:t>
            </a:r>
            <a:endParaRPr sz="2000" dirty="0">
              <a:latin typeface="Trebuchet MS"/>
              <a:cs typeface="Trebuchet MS"/>
            </a:endParaRPr>
          </a:p>
          <a:p>
            <a:pPr marL="348615" indent="-342900">
              <a:lnSpc>
                <a:spcPct val="100000"/>
              </a:lnSpc>
              <a:spcBef>
                <a:spcPts val="600"/>
              </a:spcBef>
              <a:buSzPct val="95000"/>
              <a:buFont typeface="Arial" panose="020B0604020202020204" pitchFamily="34" charset="0"/>
              <a:buChar char="•"/>
              <a:tabLst>
                <a:tab pos="151765" algn="l"/>
              </a:tabLst>
            </a:pPr>
            <a:r>
              <a:rPr sz="2000" b="1" spc="-20" dirty="0">
                <a:solidFill>
                  <a:srgbClr val="300D04"/>
                </a:solidFill>
                <a:latin typeface="Trebuchet MS"/>
                <a:cs typeface="Trebuchet MS"/>
              </a:rPr>
              <a:t>Tilt</a:t>
            </a:r>
            <a:r>
              <a:rPr sz="2000" b="1" spc="-90" dirty="0">
                <a:solidFill>
                  <a:srgbClr val="300D04"/>
                </a:solidFill>
                <a:latin typeface="Trebuchet MS"/>
                <a:cs typeface="Trebuchet MS"/>
              </a:rPr>
              <a:t> </a:t>
            </a:r>
            <a:r>
              <a:rPr sz="2000" b="1" dirty="0">
                <a:solidFill>
                  <a:srgbClr val="300D04"/>
                </a:solidFill>
                <a:latin typeface="Trebuchet MS"/>
                <a:cs typeface="Trebuchet MS"/>
              </a:rPr>
              <a:t>Sensor</a:t>
            </a:r>
            <a:r>
              <a:rPr sz="2000" b="1" spc="15" dirty="0">
                <a:solidFill>
                  <a:srgbClr val="300D04"/>
                </a:solidFill>
                <a:latin typeface="Trebuchet MS"/>
                <a:cs typeface="Trebuchet MS"/>
              </a:rPr>
              <a:t> </a:t>
            </a:r>
            <a:r>
              <a:rPr sz="2000" b="1" spc="-20" dirty="0">
                <a:solidFill>
                  <a:srgbClr val="300D04"/>
                </a:solidFill>
                <a:latin typeface="Trebuchet MS"/>
                <a:cs typeface="Trebuchet MS"/>
              </a:rPr>
              <a:t>Output:</a:t>
            </a:r>
            <a:r>
              <a:rPr sz="2000" b="1" spc="-204" dirty="0">
                <a:solidFill>
                  <a:srgbClr val="300D04"/>
                </a:solidFill>
                <a:latin typeface="Trebuchet MS"/>
                <a:cs typeface="Trebuchet MS"/>
              </a:rPr>
              <a:t> </a:t>
            </a:r>
            <a:r>
              <a:rPr sz="2000" spc="-80" dirty="0">
                <a:solidFill>
                  <a:srgbClr val="300D04"/>
                </a:solidFill>
                <a:latin typeface="Trebuchet MS"/>
                <a:cs typeface="Trebuchet MS"/>
              </a:rPr>
              <a:t>Detected</a:t>
            </a:r>
            <a:r>
              <a:rPr sz="2000" spc="-45" dirty="0">
                <a:solidFill>
                  <a:srgbClr val="300D04"/>
                </a:solidFill>
                <a:latin typeface="Trebuchet MS"/>
                <a:cs typeface="Trebuchet MS"/>
              </a:rPr>
              <a:t> </a:t>
            </a:r>
            <a:r>
              <a:rPr sz="2000" spc="-20" dirty="0">
                <a:solidFill>
                  <a:srgbClr val="300D04"/>
                </a:solidFill>
                <a:latin typeface="Trebuchet MS"/>
                <a:cs typeface="Trebuchet MS"/>
              </a:rPr>
              <a:t>a</a:t>
            </a:r>
            <a:r>
              <a:rPr sz="2000" spc="-229" dirty="0">
                <a:solidFill>
                  <a:srgbClr val="300D04"/>
                </a:solidFill>
                <a:latin typeface="Trebuchet MS"/>
                <a:cs typeface="Trebuchet MS"/>
              </a:rPr>
              <a:t> </a:t>
            </a:r>
            <a:r>
              <a:rPr sz="2000" spc="-90" dirty="0">
                <a:solidFill>
                  <a:srgbClr val="300D04"/>
                </a:solidFill>
                <a:latin typeface="Trebuchet MS"/>
                <a:cs typeface="Trebuchet MS"/>
              </a:rPr>
              <a:t>slope</a:t>
            </a:r>
            <a:r>
              <a:rPr sz="2000" spc="-50" dirty="0">
                <a:solidFill>
                  <a:srgbClr val="300D04"/>
                </a:solidFill>
                <a:latin typeface="Trebuchet MS"/>
                <a:cs typeface="Trebuchet MS"/>
              </a:rPr>
              <a:t> </a:t>
            </a:r>
            <a:r>
              <a:rPr sz="2000" spc="-135" dirty="0">
                <a:solidFill>
                  <a:srgbClr val="300D04"/>
                </a:solidFill>
                <a:latin typeface="Trebuchet MS"/>
                <a:cs typeface="Trebuchet MS"/>
              </a:rPr>
              <a:t>change</a:t>
            </a:r>
            <a:r>
              <a:rPr sz="2000" spc="-125" dirty="0">
                <a:solidFill>
                  <a:srgbClr val="300D04"/>
                </a:solidFill>
                <a:latin typeface="Trebuchet MS"/>
                <a:cs typeface="Trebuchet MS"/>
              </a:rPr>
              <a:t> </a:t>
            </a:r>
            <a:r>
              <a:rPr sz="2000" spc="-70" dirty="0">
                <a:solidFill>
                  <a:srgbClr val="300D04"/>
                </a:solidFill>
                <a:latin typeface="Trebuchet MS"/>
                <a:cs typeface="Trebuchet MS"/>
              </a:rPr>
              <a:t>of</a:t>
            </a:r>
            <a:r>
              <a:rPr sz="2000" spc="-110" dirty="0">
                <a:solidFill>
                  <a:srgbClr val="300D04"/>
                </a:solidFill>
                <a:latin typeface="Trebuchet MS"/>
                <a:cs typeface="Trebuchet MS"/>
              </a:rPr>
              <a:t> </a:t>
            </a:r>
            <a:r>
              <a:rPr sz="2000" spc="-35" dirty="0">
                <a:solidFill>
                  <a:srgbClr val="300D04"/>
                </a:solidFill>
                <a:latin typeface="Trebuchet MS"/>
                <a:cs typeface="Trebuchet MS"/>
              </a:rPr>
              <a:t>3.2°,indicating</a:t>
            </a:r>
            <a:r>
              <a:rPr lang="en-US" sz="2000" dirty="0">
                <a:latin typeface="Trebuchet MS"/>
                <a:cs typeface="Trebuchet MS"/>
              </a:rPr>
              <a:t> </a:t>
            </a:r>
            <a:r>
              <a:rPr sz="2000" spc="-114" dirty="0">
                <a:solidFill>
                  <a:srgbClr val="300D04"/>
                </a:solidFill>
                <a:latin typeface="Trebuchet MS"/>
                <a:cs typeface="Trebuchet MS"/>
              </a:rPr>
              <a:t>early</a:t>
            </a:r>
            <a:r>
              <a:rPr sz="2000" spc="-160" dirty="0">
                <a:solidFill>
                  <a:srgbClr val="300D04"/>
                </a:solidFill>
                <a:latin typeface="Trebuchet MS"/>
                <a:cs typeface="Trebuchet MS"/>
              </a:rPr>
              <a:t> </a:t>
            </a:r>
            <a:r>
              <a:rPr sz="2000" spc="-70" dirty="0">
                <a:solidFill>
                  <a:srgbClr val="300D04"/>
                </a:solidFill>
                <a:latin typeface="Trebuchet MS"/>
                <a:cs typeface="Trebuchet MS"/>
              </a:rPr>
              <a:t>ground</a:t>
            </a:r>
            <a:r>
              <a:rPr sz="2000" spc="-130" dirty="0">
                <a:solidFill>
                  <a:srgbClr val="300D04"/>
                </a:solidFill>
                <a:latin typeface="Trebuchet MS"/>
                <a:cs typeface="Trebuchet MS"/>
              </a:rPr>
              <a:t> </a:t>
            </a:r>
            <a:r>
              <a:rPr sz="2000" spc="-10" dirty="0">
                <a:solidFill>
                  <a:srgbClr val="300D04"/>
                </a:solidFill>
                <a:latin typeface="Trebuchet MS"/>
                <a:cs typeface="Trebuchet MS"/>
              </a:rPr>
              <a:t>movement.</a:t>
            </a:r>
            <a:endParaRPr sz="2000" dirty="0">
              <a:latin typeface="Trebuchet MS"/>
              <a:cs typeface="Trebuchet MS"/>
            </a:endParaRPr>
          </a:p>
          <a:p>
            <a:pPr marL="348615" indent="-342900">
              <a:lnSpc>
                <a:spcPct val="100000"/>
              </a:lnSpc>
              <a:spcBef>
                <a:spcPts val="605"/>
              </a:spcBef>
              <a:buSzPct val="95000"/>
              <a:buFont typeface="Arial" panose="020B0604020202020204" pitchFamily="34" charset="0"/>
              <a:buChar char="•"/>
              <a:tabLst>
                <a:tab pos="151765" algn="l"/>
              </a:tabLst>
            </a:pPr>
            <a:r>
              <a:rPr sz="2000" b="1" spc="-40" dirty="0">
                <a:solidFill>
                  <a:srgbClr val="300D04"/>
                </a:solidFill>
                <a:latin typeface="Trebuchet MS"/>
                <a:cs typeface="Trebuchet MS"/>
              </a:rPr>
              <a:t>Threshold</a:t>
            </a:r>
            <a:r>
              <a:rPr sz="2000" b="1" spc="-315" dirty="0">
                <a:solidFill>
                  <a:srgbClr val="300D04"/>
                </a:solidFill>
                <a:latin typeface="Trebuchet MS"/>
                <a:cs typeface="Trebuchet MS"/>
              </a:rPr>
              <a:t> </a:t>
            </a:r>
            <a:r>
              <a:rPr sz="2000" b="1" spc="-20" dirty="0">
                <a:solidFill>
                  <a:srgbClr val="300D04"/>
                </a:solidFill>
                <a:latin typeface="Trebuchet MS"/>
                <a:cs typeface="Trebuchet MS"/>
              </a:rPr>
              <a:t>Alerts:</a:t>
            </a:r>
            <a:r>
              <a:rPr sz="2000" b="1" spc="-180" dirty="0">
                <a:solidFill>
                  <a:srgbClr val="300D04"/>
                </a:solidFill>
                <a:latin typeface="Trebuchet MS"/>
                <a:cs typeface="Trebuchet MS"/>
              </a:rPr>
              <a:t> </a:t>
            </a:r>
            <a:r>
              <a:rPr sz="2000" spc="-125" dirty="0">
                <a:solidFill>
                  <a:srgbClr val="300D04"/>
                </a:solidFill>
                <a:latin typeface="Trebuchet MS"/>
                <a:cs typeface="Trebuchet MS"/>
              </a:rPr>
              <a:t>Triggered</a:t>
            </a:r>
            <a:r>
              <a:rPr sz="2000" spc="-50" dirty="0">
                <a:solidFill>
                  <a:srgbClr val="300D04"/>
                </a:solidFill>
                <a:latin typeface="Trebuchet MS"/>
                <a:cs typeface="Trebuchet MS"/>
              </a:rPr>
              <a:t> </a:t>
            </a:r>
            <a:r>
              <a:rPr sz="2000" spc="-90" dirty="0">
                <a:solidFill>
                  <a:srgbClr val="300D04"/>
                </a:solidFill>
                <a:latin typeface="Trebuchet MS"/>
                <a:cs typeface="Trebuchet MS"/>
              </a:rPr>
              <a:t>when</a:t>
            </a:r>
            <a:r>
              <a:rPr sz="2000" spc="-60" dirty="0">
                <a:solidFill>
                  <a:srgbClr val="300D04"/>
                </a:solidFill>
                <a:latin typeface="Trebuchet MS"/>
                <a:cs typeface="Trebuchet MS"/>
              </a:rPr>
              <a:t> </a:t>
            </a:r>
            <a:r>
              <a:rPr sz="2000" spc="-125" dirty="0">
                <a:solidFill>
                  <a:srgbClr val="300D04"/>
                </a:solidFill>
                <a:latin typeface="Trebuchet MS"/>
                <a:cs typeface="Trebuchet MS"/>
              </a:rPr>
              <a:t>tilt </a:t>
            </a:r>
            <a:r>
              <a:rPr sz="2000" spc="-135" dirty="0">
                <a:solidFill>
                  <a:srgbClr val="300D04"/>
                </a:solidFill>
                <a:latin typeface="Trebuchet MS"/>
                <a:cs typeface="Trebuchet MS"/>
              </a:rPr>
              <a:t>angle</a:t>
            </a:r>
            <a:r>
              <a:rPr sz="2000" spc="-160" dirty="0">
                <a:solidFill>
                  <a:srgbClr val="300D04"/>
                </a:solidFill>
                <a:latin typeface="Trebuchet MS"/>
                <a:cs typeface="Trebuchet MS"/>
              </a:rPr>
              <a:t> </a:t>
            </a:r>
            <a:r>
              <a:rPr sz="2000" spc="-130" dirty="0">
                <a:solidFill>
                  <a:srgbClr val="300D04"/>
                </a:solidFill>
                <a:latin typeface="Trebuchet MS"/>
                <a:cs typeface="Trebuchet MS"/>
              </a:rPr>
              <a:t>exceeded</a:t>
            </a:r>
            <a:r>
              <a:rPr sz="2000" spc="30" dirty="0">
                <a:solidFill>
                  <a:srgbClr val="300D04"/>
                </a:solidFill>
                <a:latin typeface="Trebuchet MS"/>
                <a:cs typeface="Trebuchet MS"/>
              </a:rPr>
              <a:t> </a:t>
            </a:r>
            <a:r>
              <a:rPr sz="2000" spc="-140" dirty="0">
                <a:solidFill>
                  <a:srgbClr val="300D04"/>
                </a:solidFill>
                <a:latin typeface="Trebuchet MS"/>
                <a:cs typeface="Trebuchet MS"/>
              </a:rPr>
              <a:t>2.5°</a:t>
            </a:r>
            <a:r>
              <a:rPr sz="2000" spc="-170" dirty="0">
                <a:solidFill>
                  <a:srgbClr val="300D04"/>
                </a:solidFill>
                <a:latin typeface="Trebuchet MS"/>
                <a:cs typeface="Trebuchet MS"/>
              </a:rPr>
              <a:t> </a:t>
            </a:r>
            <a:r>
              <a:rPr sz="2000" spc="-25" dirty="0">
                <a:solidFill>
                  <a:srgbClr val="300D04"/>
                </a:solidFill>
                <a:latin typeface="Trebuchet MS"/>
                <a:cs typeface="Trebuchet MS"/>
              </a:rPr>
              <a:t>or</a:t>
            </a:r>
            <a:r>
              <a:rPr lang="en-US" sz="2000" spc="-25" dirty="0">
                <a:solidFill>
                  <a:srgbClr val="300D04"/>
                </a:solidFill>
                <a:latin typeface="Trebuchet MS"/>
                <a:cs typeface="Trebuchet MS"/>
              </a:rPr>
              <a:t>  </a:t>
            </a:r>
            <a:r>
              <a:rPr sz="2000" spc="-75" dirty="0">
                <a:solidFill>
                  <a:srgbClr val="300D04"/>
                </a:solidFill>
                <a:latin typeface="Trebuchet MS"/>
                <a:cs typeface="Trebuchet MS"/>
              </a:rPr>
              <a:t>moisture</a:t>
            </a:r>
            <a:r>
              <a:rPr sz="2000" spc="-170" dirty="0">
                <a:solidFill>
                  <a:srgbClr val="300D04"/>
                </a:solidFill>
                <a:latin typeface="Trebuchet MS"/>
                <a:cs typeface="Trebuchet MS"/>
              </a:rPr>
              <a:t> </a:t>
            </a:r>
            <a:r>
              <a:rPr sz="2000" spc="-130" dirty="0">
                <a:solidFill>
                  <a:srgbClr val="300D04"/>
                </a:solidFill>
                <a:latin typeface="Trebuchet MS"/>
                <a:cs typeface="Trebuchet MS"/>
              </a:rPr>
              <a:t>level</a:t>
            </a:r>
            <a:r>
              <a:rPr sz="2000" spc="-195" dirty="0">
                <a:solidFill>
                  <a:srgbClr val="300D04"/>
                </a:solidFill>
                <a:latin typeface="Trebuchet MS"/>
                <a:cs typeface="Trebuchet MS"/>
              </a:rPr>
              <a:t> </a:t>
            </a:r>
            <a:r>
              <a:rPr sz="2000" spc="-70" dirty="0">
                <a:solidFill>
                  <a:srgbClr val="300D04"/>
                </a:solidFill>
                <a:latin typeface="Trebuchet MS"/>
                <a:cs typeface="Trebuchet MS"/>
              </a:rPr>
              <a:t>crossed</a:t>
            </a:r>
            <a:r>
              <a:rPr sz="2000" spc="-30" dirty="0">
                <a:solidFill>
                  <a:srgbClr val="300D04"/>
                </a:solidFill>
                <a:latin typeface="Trebuchet MS"/>
                <a:cs typeface="Trebuchet MS"/>
              </a:rPr>
              <a:t> </a:t>
            </a:r>
            <a:r>
              <a:rPr sz="2000" spc="-20" dirty="0">
                <a:solidFill>
                  <a:srgbClr val="300D04"/>
                </a:solidFill>
                <a:latin typeface="Trebuchet MS"/>
                <a:cs typeface="Trebuchet MS"/>
              </a:rPr>
              <a:t>65%.</a:t>
            </a:r>
            <a:endParaRPr sz="2000" dirty="0">
              <a:latin typeface="Trebuchet MS"/>
              <a:cs typeface="Trebuchet MS"/>
            </a:endParaRPr>
          </a:p>
        </p:txBody>
      </p:sp>
      <p:pic>
        <p:nvPicPr>
          <p:cNvPr id="5" name="object 5"/>
          <p:cNvPicPr/>
          <p:nvPr/>
        </p:nvPicPr>
        <p:blipFill>
          <a:blip r:embed="rId2" cstate="print"/>
          <a:stretch>
            <a:fillRect/>
          </a:stretch>
        </p:blipFill>
        <p:spPr>
          <a:xfrm>
            <a:off x="152400" y="152400"/>
            <a:ext cx="1563624" cy="1408176"/>
          </a:xfrm>
          <a:prstGeom prst="rect">
            <a:avLst/>
          </a:prstGeom>
        </p:spPr>
      </p:pic>
      <p:pic>
        <p:nvPicPr>
          <p:cNvPr id="6" name="object 6"/>
          <p:cNvPicPr/>
          <p:nvPr/>
        </p:nvPicPr>
        <p:blipFill>
          <a:blip r:embed="rId3" cstate="print"/>
          <a:stretch>
            <a:fillRect/>
          </a:stretch>
        </p:blipFill>
        <p:spPr>
          <a:xfrm>
            <a:off x="1491423" y="4631867"/>
            <a:ext cx="7246366" cy="1927733"/>
          </a:xfrm>
          <a:prstGeom prst="rect">
            <a:avLst/>
          </a:prstGeom>
        </p:spPr>
      </p:pic>
      <p:pic>
        <p:nvPicPr>
          <p:cNvPr id="7" name="object 7"/>
          <p:cNvPicPr/>
          <p:nvPr/>
        </p:nvPicPr>
        <p:blipFill>
          <a:blip r:embed="rId4" cstate="print"/>
          <a:stretch>
            <a:fillRect/>
          </a:stretch>
        </p:blipFill>
        <p:spPr>
          <a:xfrm>
            <a:off x="1542414" y="4669076"/>
            <a:ext cx="7144511" cy="1828800"/>
          </a:xfrm>
          <a:prstGeom prst="rect">
            <a:avLst/>
          </a:prstGeom>
        </p:spPr>
      </p:pic>
      <p:graphicFrame>
        <p:nvGraphicFramePr>
          <p:cNvPr id="8" name="object 8"/>
          <p:cNvGraphicFramePr>
            <a:graphicFrameLocks noGrp="1"/>
          </p:cNvGraphicFramePr>
          <p:nvPr>
            <p:extLst>
              <p:ext uri="{D42A27DB-BD31-4B8C-83A1-F6EECF244321}">
                <p14:modId xmlns:p14="http://schemas.microsoft.com/office/powerpoint/2010/main" val="1227953269"/>
              </p:ext>
            </p:extLst>
          </p:nvPr>
        </p:nvGraphicFramePr>
        <p:xfrm>
          <a:off x="1542414" y="4681652"/>
          <a:ext cx="7144384" cy="1828165"/>
        </p:xfrm>
        <a:graphic>
          <a:graphicData uri="http://schemas.openxmlformats.org/drawingml/2006/table">
            <a:tbl>
              <a:tblPr firstRow="1" bandRow="1">
                <a:tableStyleId>{2D5ABB26-0587-4C30-8999-92F81FD0307C}</a:tableStyleId>
              </a:tblPr>
              <a:tblGrid>
                <a:gridCol w="2028825">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67559">
                  <a:extLst>
                    <a:ext uri="{9D8B030D-6E8A-4147-A177-3AD203B41FA5}">
                      <a16:colId xmlns:a16="http://schemas.microsoft.com/office/drawing/2014/main" val="20003"/>
                    </a:ext>
                  </a:extLst>
                </a:gridCol>
              </a:tblGrid>
              <a:tr h="365760">
                <a:tc>
                  <a:txBody>
                    <a:bodyPr/>
                    <a:lstStyle/>
                    <a:p>
                      <a:pPr marL="91440">
                        <a:lnSpc>
                          <a:spcPct val="100000"/>
                        </a:lnSpc>
                        <a:spcBef>
                          <a:spcPts val="254"/>
                        </a:spcBef>
                      </a:pPr>
                      <a:r>
                        <a:rPr sz="1800" spc="-10" dirty="0">
                          <a:latin typeface="Calibri"/>
                          <a:cs typeface="Calibri"/>
                        </a:rPr>
                        <a:t>Parameter</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54"/>
                        </a:spcBef>
                      </a:pPr>
                      <a:r>
                        <a:rPr sz="1800" spc="-10" dirty="0">
                          <a:latin typeface="Calibri"/>
                          <a:cs typeface="Calibri"/>
                        </a:rPr>
                        <a:t>Value</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54"/>
                        </a:spcBef>
                      </a:pPr>
                      <a:r>
                        <a:rPr sz="1800" spc="-10" dirty="0">
                          <a:latin typeface="Calibri"/>
                          <a:cs typeface="Calibri"/>
                        </a:rPr>
                        <a:t>Threshold</a:t>
                      </a:r>
                      <a:endParaRPr sz="1800" dirty="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3345">
                        <a:lnSpc>
                          <a:spcPct val="100000"/>
                        </a:lnSpc>
                        <a:spcBef>
                          <a:spcPts val="254"/>
                        </a:spcBef>
                      </a:pPr>
                      <a:r>
                        <a:rPr sz="1800" spc="-10" dirty="0">
                          <a:latin typeface="Calibri"/>
                          <a:cs typeface="Calibri"/>
                        </a:rPr>
                        <a:t>Status</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extLst>
                  <a:ext uri="{0D108BD9-81ED-4DB2-BD59-A6C34878D82A}">
                    <a16:rowId xmlns:a16="http://schemas.microsoft.com/office/drawing/2014/main" val="10000"/>
                  </a:ext>
                </a:extLst>
              </a:tr>
              <a:tr h="365760">
                <a:tc>
                  <a:txBody>
                    <a:bodyPr/>
                    <a:lstStyle/>
                    <a:p>
                      <a:pPr marL="91440">
                        <a:lnSpc>
                          <a:spcPct val="100000"/>
                        </a:lnSpc>
                        <a:spcBef>
                          <a:spcPts val="254"/>
                        </a:spcBef>
                      </a:pPr>
                      <a:r>
                        <a:rPr sz="1800" dirty="0">
                          <a:latin typeface="Calibri"/>
                          <a:cs typeface="Calibri"/>
                        </a:rPr>
                        <a:t>Rainfall</a:t>
                      </a:r>
                      <a:r>
                        <a:rPr sz="1800" spc="-25" dirty="0">
                          <a:latin typeface="Calibri"/>
                          <a:cs typeface="Calibri"/>
                        </a:rPr>
                        <a:t> </a:t>
                      </a:r>
                      <a:r>
                        <a:rPr sz="1800" spc="-10" dirty="0">
                          <a:latin typeface="Calibri"/>
                          <a:cs typeface="Calibri"/>
                        </a:rPr>
                        <a:t>Intensity</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54"/>
                        </a:spcBef>
                      </a:pPr>
                      <a:r>
                        <a:rPr sz="1800" dirty="0">
                          <a:latin typeface="Calibri"/>
                          <a:cs typeface="Calibri"/>
                        </a:rPr>
                        <a:t>40 </a:t>
                      </a:r>
                      <a:r>
                        <a:rPr sz="1800" spc="-10" dirty="0">
                          <a:latin typeface="Calibri"/>
                          <a:cs typeface="Calibri"/>
                        </a:rPr>
                        <a:t>mm/hr</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54"/>
                        </a:spcBef>
                      </a:pPr>
                      <a:r>
                        <a:rPr sz="1800" dirty="0">
                          <a:latin typeface="Calibri"/>
                          <a:cs typeface="Calibri"/>
                        </a:rPr>
                        <a:t>35 </a:t>
                      </a:r>
                      <a:r>
                        <a:rPr sz="1800" spc="-20" dirty="0">
                          <a:latin typeface="Calibri"/>
                          <a:cs typeface="Calibri"/>
                        </a:rPr>
                        <a:t>mm/hr</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3345">
                        <a:lnSpc>
                          <a:spcPct val="100000"/>
                        </a:lnSpc>
                        <a:spcBef>
                          <a:spcPts val="254"/>
                        </a:spcBef>
                      </a:pPr>
                      <a:r>
                        <a:rPr sz="1800" dirty="0">
                          <a:latin typeface="Calibri"/>
                          <a:cs typeface="Calibri"/>
                        </a:rPr>
                        <a:t>High</a:t>
                      </a:r>
                      <a:r>
                        <a:rPr sz="1800" spc="-35" dirty="0">
                          <a:latin typeface="Calibri"/>
                          <a:cs typeface="Calibri"/>
                        </a:rPr>
                        <a:t> </a:t>
                      </a:r>
                      <a:r>
                        <a:rPr sz="1800" spc="-20" dirty="0">
                          <a:latin typeface="Calibri"/>
                          <a:cs typeface="Calibri"/>
                        </a:rPr>
                        <a:t>Risk</a:t>
                      </a:r>
                      <a:endParaRPr sz="1800">
                        <a:latin typeface="Calibri"/>
                        <a:cs typeface="Calibri"/>
                      </a:endParaRPr>
                    </a:p>
                  </a:txBody>
                  <a:tcPr marL="0" marR="0" marT="32384"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extLst>
                  <a:ext uri="{0D108BD9-81ED-4DB2-BD59-A6C34878D82A}">
                    <a16:rowId xmlns:a16="http://schemas.microsoft.com/office/drawing/2014/main" val="10001"/>
                  </a:ext>
                </a:extLst>
              </a:tr>
              <a:tr h="365125">
                <a:tc>
                  <a:txBody>
                    <a:bodyPr/>
                    <a:lstStyle/>
                    <a:p>
                      <a:pPr marL="91440">
                        <a:lnSpc>
                          <a:spcPct val="100000"/>
                        </a:lnSpc>
                        <a:spcBef>
                          <a:spcPts val="260"/>
                        </a:spcBef>
                      </a:pPr>
                      <a:r>
                        <a:rPr sz="1800" dirty="0">
                          <a:latin typeface="Calibri"/>
                          <a:cs typeface="Calibri"/>
                        </a:rPr>
                        <a:t>Soil</a:t>
                      </a:r>
                      <a:r>
                        <a:rPr sz="1800" spc="-10" dirty="0">
                          <a:latin typeface="Calibri"/>
                          <a:cs typeface="Calibri"/>
                        </a:rPr>
                        <a:t> Moisture</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60"/>
                        </a:spcBef>
                      </a:pPr>
                      <a:r>
                        <a:rPr sz="1800" spc="-25" dirty="0">
                          <a:latin typeface="Calibri"/>
                          <a:cs typeface="Calibri"/>
                        </a:rPr>
                        <a:t>65%</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60"/>
                        </a:spcBef>
                      </a:pPr>
                      <a:r>
                        <a:rPr sz="1800" spc="-25" dirty="0">
                          <a:latin typeface="Calibri"/>
                          <a:cs typeface="Calibri"/>
                        </a:rPr>
                        <a:t>65%</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3345">
                        <a:lnSpc>
                          <a:spcPct val="100000"/>
                        </a:lnSpc>
                        <a:spcBef>
                          <a:spcPts val="260"/>
                        </a:spcBef>
                      </a:pPr>
                      <a:r>
                        <a:rPr sz="1800" spc="-10" dirty="0">
                          <a:latin typeface="Calibri"/>
                          <a:cs typeface="Calibri"/>
                        </a:rPr>
                        <a:t>Critical</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extLst>
                  <a:ext uri="{0D108BD9-81ED-4DB2-BD59-A6C34878D82A}">
                    <a16:rowId xmlns:a16="http://schemas.microsoft.com/office/drawing/2014/main" val="10002"/>
                  </a:ext>
                </a:extLst>
              </a:tr>
              <a:tr h="365760">
                <a:tc>
                  <a:txBody>
                    <a:bodyPr/>
                    <a:lstStyle/>
                    <a:p>
                      <a:pPr marL="91440">
                        <a:lnSpc>
                          <a:spcPct val="100000"/>
                        </a:lnSpc>
                        <a:spcBef>
                          <a:spcPts val="260"/>
                        </a:spcBef>
                      </a:pPr>
                      <a:r>
                        <a:rPr sz="1800" dirty="0">
                          <a:latin typeface="Calibri"/>
                          <a:cs typeface="Calibri"/>
                        </a:rPr>
                        <a:t>Tilt</a:t>
                      </a:r>
                      <a:r>
                        <a:rPr sz="1800" spc="-10" dirty="0">
                          <a:latin typeface="Calibri"/>
                          <a:cs typeface="Calibri"/>
                        </a:rPr>
                        <a:t> Angle</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60"/>
                        </a:spcBef>
                      </a:pPr>
                      <a:r>
                        <a:rPr sz="1800" spc="-20" dirty="0">
                          <a:latin typeface="Calibri"/>
                          <a:cs typeface="Calibri"/>
                        </a:rPr>
                        <a:t>3.2°</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60"/>
                        </a:spcBef>
                      </a:pPr>
                      <a:r>
                        <a:rPr sz="1800" spc="-20" dirty="0">
                          <a:latin typeface="Calibri"/>
                          <a:cs typeface="Calibri"/>
                        </a:rPr>
                        <a:t>2.5°</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3345">
                        <a:lnSpc>
                          <a:spcPct val="100000"/>
                        </a:lnSpc>
                        <a:spcBef>
                          <a:spcPts val="260"/>
                        </a:spcBef>
                      </a:pPr>
                      <a:r>
                        <a:rPr sz="1800" spc="-10" dirty="0">
                          <a:latin typeface="Calibri"/>
                          <a:cs typeface="Calibri"/>
                        </a:rPr>
                        <a:t>Danger</a:t>
                      </a:r>
                      <a:endParaRPr sz="1800" dirty="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extLst>
                  <a:ext uri="{0D108BD9-81ED-4DB2-BD59-A6C34878D82A}">
                    <a16:rowId xmlns:a16="http://schemas.microsoft.com/office/drawing/2014/main" val="10003"/>
                  </a:ext>
                </a:extLst>
              </a:tr>
              <a:tr h="365760">
                <a:tc>
                  <a:txBody>
                    <a:bodyPr/>
                    <a:lstStyle/>
                    <a:p>
                      <a:pPr marL="91440">
                        <a:lnSpc>
                          <a:spcPct val="100000"/>
                        </a:lnSpc>
                        <a:spcBef>
                          <a:spcPts val="260"/>
                        </a:spcBef>
                      </a:pPr>
                      <a:r>
                        <a:rPr sz="1800" dirty="0">
                          <a:latin typeface="Calibri"/>
                          <a:cs typeface="Calibri"/>
                        </a:rPr>
                        <a:t>Response</a:t>
                      </a:r>
                      <a:r>
                        <a:rPr sz="1800" spc="-55" dirty="0">
                          <a:latin typeface="Calibri"/>
                          <a:cs typeface="Calibri"/>
                        </a:rPr>
                        <a:t> </a:t>
                      </a:r>
                      <a:r>
                        <a:rPr sz="1800" spc="-20" dirty="0">
                          <a:latin typeface="Calibri"/>
                          <a:cs typeface="Calibri"/>
                        </a:rPr>
                        <a:t>Time</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60"/>
                        </a:spcBef>
                      </a:pPr>
                      <a:r>
                        <a:rPr sz="1800" dirty="0">
                          <a:latin typeface="Calibri"/>
                          <a:cs typeface="Calibri"/>
                        </a:rPr>
                        <a:t>5–10</a:t>
                      </a:r>
                      <a:r>
                        <a:rPr sz="1800" spc="-35" dirty="0">
                          <a:latin typeface="Calibri"/>
                          <a:cs typeface="Calibri"/>
                        </a:rPr>
                        <a:t> </a:t>
                      </a:r>
                      <a:r>
                        <a:rPr sz="1800" spc="-25" dirty="0">
                          <a:latin typeface="Calibri"/>
                          <a:cs typeface="Calibri"/>
                        </a:rPr>
                        <a:t>sec</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2710">
                        <a:lnSpc>
                          <a:spcPct val="100000"/>
                        </a:lnSpc>
                        <a:spcBef>
                          <a:spcPts val="260"/>
                        </a:spcBef>
                      </a:pPr>
                      <a:r>
                        <a:rPr sz="1800" spc="-50" dirty="0">
                          <a:latin typeface="Calibri"/>
                          <a:cs typeface="Calibri"/>
                        </a:rPr>
                        <a:t>—</a:t>
                      </a:r>
                      <a:endParaRPr sz="180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tc>
                  <a:txBody>
                    <a:bodyPr/>
                    <a:lstStyle/>
                    <a:p>
                      <a:pPr marL="93345">
                        <a:lnSpc>
                          <a:spcPct val="100000"/>
                        </a:lnSpc>
                        <a:spcBef>
                          <a:spcPts val="260"/>
                        </a:spcBef>
                      </a:pPr>
                      <a:r>
                        <a:rPr sz="1800" spc="-20" dirty="0">
                          <a:latin typeface="Calibri"/>
                          <a:cs typeface="Calibri"/>
                        </a:rPr>
                        <a:t>Good</a:t>
                      </a:r>
                      <a:endParaRPr sz="1800" dirty="0">
                        <a:latin typeface="Calibri"/>
                        <a:cs typeface="Calibri"/>
                      </a:endParaRPr>
                    </a:p>
                  </a:txBody>
                  <a:tcPr marL="0" marR="0" marT="33020" marB="0">
                    <a:lnL w="9525">
                      <a:solidFill>
                        <a:srgbClr val="46AAC5"/>
                      </a:solidFill>
                      <a:prstDash val="solid"/>
                    </a:lnL>
                    <a:lnR w="9525">
                      <a:solidFill>
                        <a:srgbClr val="46AAC5"/>
                      </a:solidFill>
                      <a:prstDash val="solid"/>
                    </a:lnR>
                    <a:lnT w="9525">
                      <a:solidFill>
                        <a:srgbClr val="46AAC5"/>
                      </a:solidFill>
                      <a:prstDash val="solid"/>
                    </a:lnT>
                    <a:lnB w="9525">
                      <a:solidFill>
                        <a:srgbClr val="46AAC5"/>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20496" y="1341119"/>
            <a:ext cx="304800" cy="287020"/>
            <a:chOff x="920496" y="1341119"/>
            <a:chExt cx="304800" cy="287020"/>
          </a:xfrm>
        </p:grpSpPr>
        <p:pic>
          <p:nvPicPr>
            <p:cNvPr id="3" name="object 3"/>
            <p:cNvPicPr/>
            <p:nvPr/>
          </p:nvPicPr>
          <p:blipFill>
            <a:blip r:embed="rId2" cstate="print"/>
            <a:stretch>
              <a:fillRect/>
            </a:stretch>
          </p:blipFill>
          <p:spPr>
            <a:xfrm>
              <a:off x="923544" y="1414271"/>
              <a:ext cx="210312" cy="210312"/>
            </a:xfrm>
            <a:prstGeom prst="rect">
              <a:avLst/>
            </a:prstGeom>
          </p:spPr>
        </p:pic>
        <p:pic>
          <p:nvPicPr>
            <p:cNvPr id="4" name="object 4"/>
            <p:cNvPicPr/>
            <p:nvPr/>
          </p:nvPicPr>
          <p:blipFill>
            <a:blip r:embed="rId3" cstate="print"/>
            <a:stretch>
              <a:fillRect/>
            </a:stretch>
          </p:blipFill>
          <p:spPr>
            <a:xfrm>
              <a:off x="920496" y="1341119"/>
              <a:ext cx="304800" cy="286512"/>
            </a:xfrm>
            <a:prstGeom prst="rect">
              <a:avLst/>
            </a:prstGeom>
          </p:spPr>
        </p:pic>
      </p:grpSp>
      <p:grpSp>
        <p:nvGrpSpPr>
          <p:cNvPr id="5" name="object 5"/>
          <p:cNvGrpSpPr/>
          <p:nvPr/>
        </p:nvGrpSpPr>
        <p:grpSpPr>
          <a:xfrm>
            <a:off x="152400" y="152400"/>
            <a:ext cx="5047615" cy="2426335"/>
            <a:chOff x="152400" y="152400"/>
            <a:chExt cx="5047615" cy="2426335"/>
          </a:xfrm>
        </p:grpSpPr>
        <p:pic>
          <p:nvPicPr>
            <p:cNvPr id="6" name="object 6"/>
            <p:cNvPicPr/>
            <p:nvPr/>
          </p:nvPicPr>
          <p:blipFill>
            <a:blip r:embed="rId4" cstate="print"/>
            <a:stretch>
              <a:fillRect/>
            </a:stretch>
          </p:blipFill>
          <p:spPr>
            <a:xfrm>
              <a:off x="1335024" y="216407"/>
              <a:ext cx="3864864" cy="2362200"/>
            </a:xfrm>
            <a:prstGeom prst="rect">
              <a:avLst/>
            </a:prstGeom>
          </p:spPr>
        </p:pic>
        <p:pic>
          <p:nvPicPr>
            <p:cNvPr id="7" name="object 7"/>
            <p:cNvPicPr/>
            <p:nvPr/>
          </p:nvPicPr>
          <p:blipFill>
            <a:blip r:embed="rId5" cstate="print"/>
            <a:stretch>
              <a:fillRect/>
            </a:stretch>
          </p:blipFill>
          <p:spPr>
            <a:xfrm>
              <a:off x="152400" y="152400"/>
              <a:ext cx="1563624" cy="1408176"/>
            </a:xfrm>
            <a:prstGeom prst="rect">
              <a:avLst/>
            </a:prstGeom>
          </p:spPr>
        </p:pic>
      </p:grpSp>
      <p:sp>
        <p:nvSpPr>
          <p:cNvPr id="8" name="object 8"/>
          <p:cNvSpPr txBox="1"/>
          <p:nvPr/>
        </p:nvSpPr>
        <p:spPr>
          <a:xfrm>
            <a:off x="1328419" y="2739897"/>
            <a:ext cx="3732529" cy="848994"/>
          </a:xfrm>
          <a:prstGeom prst="rect">
            <a:avLst/>
          </a:prstGeom>
        </p:spPr>
        <p:txBody>
          <a:bodyPr vert="horz" wrap="square" lIns="0" tIns="12700" rIns="0" bIns="0" rtlCol="0">
            <a:spAutoFit/>
          </a:bodyPr>
          <a:lstStyle/>
          <a:p>
            <a:pPr marL="91440" indent="-88900">
              <a:lnSpc>
                <a:spcPct val="100000"/>
              </a:lnSpc>
              <a:spcBef>
                <a:spcPts val="100"/>
              </a:spcBef>
              <a:buSzPct val="94444"/>
              <a:buChar char="•"/>
              <a:tabLst>
                <a:tab pos="91440" algn="l"/>
              </a:tabLst>
            </a:pPr>
            <a:r>
              <a:rPr sz="1800" dirty="0">
                <a:latin typeface="Arial MT"/>
                <a:cs typeface="Arial MT"/>
              </a:rPr>
              <a:t>Peak</a:t>
            </a:r>
            <a:r>
              <a:rPr sz="1800" spc="-10" dirty="0">
                <a:latin typeface="Arial MT"/>
                <a:cs typeface="Arial MT"/>
              </a:rPr>
              <a:t> </a:t>
            </a:r>
            <a:r>
              <a:rPr sz="1800" dirty="0">
                <a:latin typeface="Arial MT"/>
                <a:cs typeface="Arial MT"/>
              </a:rPr>
              <a:t>rainfall</a:t>
            </a:r>
            <a:r>
              <a:rPr sz="1800" spc="-60" dirty="0">
                <a:latin typeface="Arial MT"/>
                <a:cs typeface="Arial MT"/>
              </a:rPr>
              <a:t> </a:t>
            </a:r>
            <a:r>
              <a:rPr sz="1800" dirty="0">
                <a:latin typeface="Arial MT"/>
                <a:cs typeface="Arial MT"/>
              </a:rPr>
              <a:t>=</a:t>
            </a:r>
            <a:r>
              <a:rPr sz="1800" spc="25" dirty="0">
                <a:latin typeface="Arial MT"/>
                <a:cs typeface="Arial MT"/>
              </a:rPr>
              <a:t> </a:t>
            </a:r>
            <a:r>
              <a:rPr sz="1800" b="1" dirty="0">
                <a:latin typeface="Arial"/>
                <a:cs typeface="Arial"/>
              </a:rPr>
              <a:t>40</a:t>
            </a:r>
            <a:r>
              <a:rPr sz="1800" b="1" spc="-10" dirty="0">
                <a:latin typeface="Arial"/>
                <a:cs typeface="Arial"/>
              </a:rPr>
              <a:t> </a:t>
            </a:r>
            <a:r>
              <a:rPr sz="1800" b="1" spc="-20" dirty="0">
                <a:latin typeface="Arial"/>
                <a:cs typeface="Arial"/>
              </a:rPr>
              <a:t>mm/hr</a:t>
            </a:r>
            <a:endParaRPr sz="1800">
              <a:latin typeface="Arial"/>
              <a:cs typeface="Arial"/>
            </a:endParaRPr>
          </a:p>
          <a:p>
            <a:pPr marL="91440" indent="-88900">
              <a:lnSpc>
                <a:spcPct val="100000"/>
              </a:lnSpc>
              <a:buSzPct val="94444"/>
              <a:buChar char="•"/>
              <a:tabLst>
                <a:tab pos="91440" algn="l"/>
              </a:tabLst>
            </a:pPr>
            <a:r>
              <a:rPr sz="1800" dirty="0">
                <a:latin typeface="Arial MT"/>
                <a:cs typeface="Arial MT"/>
              </a:rPr>
              <a:t>Landslide</a:t>
            </a:r>
            <a:r>
              <a:rPr sz="1800" spc="-60" dirty="0">
                <a:latin typeface="Arial MT"/>
                <a:cs typeface="Arial MT"/>
              </a:rPr>
              <a:t> </a:t>
            </a:r>
            <a:r>
              <a:rPr sz="1800" dirty="0">
                <a:latin typeface="Arial MT"/>
                <a:cs typeface="Arial MT"/>
              </a:rPr>
              <a:t>risk</a:t>
            </a:r>
            <a:r>
              <a:rPr sz="1800" spc="-35" dirty="0">
                <a:latin typeface="Arial MT"/>
                <a:cs typeface="Arial MT"/>
              </a:rPr>
              <a:t> </a:t>
            </a:r>
            <a:r>
              <a:rPr sz="1800" dirty="0">
                <a:latin typeface="Arial MT"/>
                <a:cs typeface="Arial MT"/>
              </a:rPr>
              <a:t>increases</a:t>
            </a:r>
            <a:r>
              <a:rPr sz="1800" spc="-50" dirty="0">
                <a:latin typeface="Arial MT"/>
                <a:cs typeface="Arial MT"/>
              </a:rPr>
              <a:t> </a:t>
            </a:r>
            <a:r>
              <a:rPr sz="1800" dirty="0">
                <a:latin typeface="Arial MT"/>
                <a:cs typeface="Arial MT"/>
              </a:rPr>
              <a:t>after</a:t>
            </a:r>
            <a:r>
              <a:rPr sz="1800" spc="-15" dirty="0">
                <a:latin typeface="Arial MT"/>
                <a:cs typeface="Arial MT"/>
              </a:rPr>
              <a:t> </a:t>
            </a:r>
            <a:r>
              <a:rPr sz="1800" spc="-10" dirty="0">
                <a:latin typeface="Arial MT"/>
                <a:cs typeface="Arial MT"/>
              </a:rPr>
              <a:t>heavy</a:t>
            </a:r>
            <a:endParaRPr sz="1800">
              <a:latin typeface="Arial MT"/>
              <a:cs typeface="Arial MT"/>
            </a:endParaRPr>
          </a:p>
          <a:p>
            <a:pPr marL="12700">
              <a:lnSpc>
                <a:spcPct val="100000"/>
              </a:lnSpc>
            </a:pPr>
            <a:r>
              <a:rPr sz="1800" spc="-10" dirty="0">
                <a:latin typeface="Arial MT"/>
                <a:cs typeface="Arial MT"/>
              </a:rPr>
              <a:t>rainfall</a:t>
            </a:r>
            <a:endParaRPr sz="1800">
              <a:latin typeface="Arial MT"/>
              <a:cs typeface="Arial MT"/>
            </a:endParaRPr>
          </a:p>
        </p:txBody>
      </p:sp>
      <p:pic>
        <p:nvPicPr>
          <p:cNvPr id="9" name="object 9"/>
          <p:cNvPicPr/>
          <p:nvPr/>
        </p:nvPicPr>
        <p:blipFill>
          <a:blip r:embed="rId6" cstate="print"/>
          <a:stretch>
            <a:fillRect/>
          </a:stretch>
        </p:blipFill>
        <p:spPr>
          <a:xfrm>
            <a:off x="5791200" y="304800"/>
            <a:ext cx="2892552" cy="1981200"/>
          </a:xfrm>
          <a:prstGeom prst="rect">
            <a:avLst/>
          </a:prstGeom>
        </p:spPr>
      </p:pic>
      <p:sp>
        <p:nvSpPr>
          <p:cNvPr id="10" name="object 10"/>
          <p:cNvSpPr txBox="1"/>
          <p:nvPr/>
        </p:nvSpPr>
        <p:spPr>
          <a:xfrm>
            <a:off x="5643117" y="2617165"/>
            <a:ext cx="2673350" cy="848994"/>
          </a:xfrm>
          <a:prstGeom prst="rect">
            <a:avLst/>
          </a:prstGeom>
        </p:spPr>
        <p:txBody>
          <a:bodyPr vert="horz" wrap="square" lIns="0" tIns="12700" rIns="0" bIns="0" rtlCol="0">
            <a:spAutoFit/>
          </a:bodyPr>
          <a:lstStyle/>
          <a:p>
            <a:pPr marL="92075" indent="-88900">
              <a:lnSpc>
                <a:spcPct val="100000"/>
              </a:lnSpc>
              <a:spcBef>
                <a:spcPts val="100"/>
              </a:spcBef>
              <a:buSzPct val="94444"/>
              <a:buChar char="•"/>
              <a:tabLst>
                <a:tab pos="92075" algn="l"/>
              </a:tabLst>
            </a:pPr>
            <a:r>
              <a:rPr sz="1800" dirty="0">
                <a:latin typeface="Arial MT"/>
                <a:cs typeface="Arial MT"/>
              </a:rPr>
              <a:t>Critical</a:t>
            </a:r>
            <a:r>
              <a:rPr sz="1800" spc="-40" dirty="0">
                <a:latin typeface="Arial MT"/>
                <a:cs typeface="Arial MT"/>
              </a:rPr>
              <a:t> </a:t>
            </a:r>
            <a:r>
              <a:rPr sz="1800" dirty="0">
                <a:latin typeface="Arial MT"/>
                <a:cs typeface="Arial MT"/>
              </a:rPr>
              <a:t>tilt</a:t>
            </a:r>
            <a:r>
              <a:rPr sz="1800" spc="-20" dirty="0">
                <a:latin typeface="Arial MT"/>
                <a:cs typeface="Arial MT"/>
              </a:rPr>
              <a:t> </a:t>
            </a:r>
            <a:r>
              <a:rPr sz="1800" dirty="0">
                <a:latin typeface="Arial MT"/>
                <a:cs typeface="Arial MT"/>
              </a:rPr>
              <a:t>=</a:t>
            </a:r>
            <a:r>
              <a:rPr sz="1800" spc="5" dirty="0">
                <a:latin typeface="Arial MT"/>
                <a:cs typeface="Arial MT"/>
              </a:rPr>
              <a:t> </a:t>
            </a:r>
            <a:r>
              <a:rPr sz="1800" b="1" spc="-20" dirty="0">
                <a:latin typeface="Arial"/>
                <a:cs typeface="Arial"/>
              </a:rPr>
              <a:t>2.5°</a:t>
            </a:r>
            <a:endParaRPr sz="1800">
              <a:latin typeface="Arial"/>
              <a:cs typeface="Arial"/>
            </a:endParaRPr>
          </a:p>
          <a:p>
            <a:pPr marL="92075" indent="-88900">
              <a:lnSpc>
                <a:spcPct val="100000"/>
              </a:lnSpc>
              <a:spcBef>
                <a:spcPts val="5"/>
              </a:spcBef>
              <a:buSzPct val="94444"/>
              <a:buChar char="•"/>
              <a:tabLst>
                <a:tab pos="92075" algn="l"/>
              </a:tabLst>
            </a:pPr>
            <a:r>
              <a:rPr sz="1800" dirty="0">
                <a:latin typeface="Arial MT"/>
                <a:cs typeface="Arial MT"/>
              </a:rPr>
              <a:t>Observed</a:t>
            </a:r>
            <a:r>
              <a:rPr sz="1800" spc="-20" dirty="0">
                <a:latin typeface="Arial MT"/>
                <a:cs typeface="Arial MT"/>
              </a:rPr>
              <a:t> </a:t>
            </a:r>
            <a:r>
              <a:rPr sz="1800" dirty="0">
                <a:latin typeface="Arial MT"/>
                <a:cs typeface="Arial MT"/>
              </a:rPr>
              <a:t>=</a:t>
            </a:r>
            <a:r>
              <a:rPr sz="1800" spc="-10" dirty="0">
                <a:latin typeface="Arial MT"/>
                <a:cs typeface="Arial MT"/>
              </a:rPr>
              <a:t> </a:t>
            </a:r>
            <a:r>
              <a:rPr sz="1800" b="1" dirty="0">
                <a:latin typeface="Arial"/>
                <a:cs typeface="Arial"/>
              </a:rPr>
              <a:t>3.2°</a:t>
            </a:r>
            <a:r>
              <a:rPr sz="1800" b="1" spc="-5" dirty="0">
                <a:latin typeface="Arial"/>
                <a:cs typeface="Arial"/>
              </a:rPr>
              <a:t> </a:t>
            </a:r>
            <a:r>
              <a:rPr sz="1800" b="1" spc="-10" dirty="0">
                <a:latin typeface="Arial"/>
                <a:cs typeface="Arial"/>
              </a:rPr>
              <a:t>(danger</a:t>
            </a:r>
            <a:endParaRPr sz="1800">
              <a:latin typeface="Arial"/>
              <a:cs typeface="Arial"/>
            </a:endParaRPr>
          </a:p>
          <a:p>
            <a:pPr marL="12700">
              <a:lnSpc>
                <a:spcPct val="100000"/>
              </a:lnSpc>
            </a:pPr>
            <a:r>
              <a:rPr sz="1800" b="1" spc="-10" dirty="0">
                <a:latin typeface="Arial"/>
                <a:cs typeface="Arial"/>
              </a:rPr>
              <a:t>zone)</a:t>
            </a:r>
            <a:endParaRPr sz="1800">
              <a:latin typeface="Arial"/>
              <a:cs typeface="Arial"/>
            </a:endParaRPr>
          </a:p>
        </p:txBody>
      </p:sp>
      <p:pic>
        <p:nvPicPr>
          <p:cNvPr id="11" name="object 11"/>
          <p:cNvPicPr/>
          <p:nvPr/>
        </p:nvPicPr>
        <p:blipFill>
          <a:blip r:embed="rId7" cstate="print"/>
          <a:stretch>
            <a:fillRect/>
          </a:stretch>
        </p:blipFill>
        <p:spPr>
          <a:xfrm>
            <a:off x="1417319" y="3931983"/>
            <a:ext cx="7349998" cy="2204974"/>
          </a:xfrm>
          <a:prstGeom prst="rect">
            <a:avLst/>
          </a:prstGeom>
        </p:spPr>
      </p:pic>
      <p:pic>
        <p:nvPicPr>
          <p:cNvPr id="12" name="object 12"/>
          <p:cNvPicPr/>
          <p:nvPr/>
        </p:nvPicPr>
        <p:blipFill>
          <a:blip r:embed="rId8" cstate="print"/>
          <a:stretch>
            <a:fillRect/>
          </a:stretch>
        </p:blipFill>
        <p:spPr>
          <a:xfrm>
            <a:off x="1466850" y="3962400"/>
            <a:ext cx="7248144" cy="2103120"/>
          </a:xfrm>
          <a:prstGeom prst="rect">
            <a:avLst/>
          </a:prstGeom>
        </p:spPr>
      </p:pic>
      <p:graphicFrame>
        <p:nvGraphicFramePr>
          <p:cNvPr id="13" name="object 13"/>
          <p:cNvGraphicFramePr>
            <a:graphicFrameLocks noGrp="1"/>
          </p:cNvGraphicFramePr>
          <p:nvPr/>
        </p:nvGraphicFramePr>
        <p:xfrm>
          <a:off x="1462087" y="3957637"/>
          <a:ext cx="7248525" cy="2101850"/>
        </p:xfrm>
        <a:graphic>
          <a:graphicData uri="http://schemas.openxmlformats.org/drawingml/2006/table">
            <a:tbl>
              <a:tblPr firstRow="1" bandRow="1">
                <a:tableStyleId>{2D5ABB26-0587-4C30-8999-92F81FD0307C}</a:tableStyleId>
              </a:tblPr>
              <a:tblGrid>
                <a:gridCol w="2416175">
                  <a:extLst>
                    <a:ext uri="{9D8B030D-6E8A-4147-A177-3AD203B41FA5}">
                      <a16:colId xmlns:a16="http://schemas.microsoft.com/office/drawing/2014/main" val="20000"/>
                    </a:ext>
                  </a:extLst>
                </a:gridCol>
                <a:gridCol w="2416175">
                  <a:extLst>
                    <a:ext uri="{9D8B030D-6E8A-4147-A177-3AD203B41FA5}">
                      <a16:colId xmlns:a16="http://schemas.microsoft.com/office/drawing/2014/main" val="20001"/>
                    </a:ext>
                  </a:extLst>
                </a:gridCol>
                <a:gridCol w="2416175">
                  <a:extLst>
                    <a:ext uri="{9D8B030D-6E8A-4147-A177-3AD203B41FA5}">
                      <a16:colId xmlns:a16="http://schemas.microsoft.com/office/drawing/2014/main" val="20002"/>
                    </a:ext>
                  </a:extLst>
                </a:gridCol>
              </a:tblGrid>
              <a:tr h="365760">
                <a:tc>
                  <a:txBody>
                    <a:bodyPr/>
                    <a:lstStyle/>
                    <a:p>
                      <a:pPr marL="91440">
                        <a:lnSpc>
                          <a:spcPct val="100000"/>
                        </a:lnSpc>
                        <a:spcBef>
                          <a:spcPts val="250"/>
                        </a:spcBef>
                      </a:pPr>
                      <a:r>
                        <a:rPr sz="1800" b="1" spc="-10" dirty="0">
                          <a:latin typeface="Calibri"/>
                          <a:cs typeface="Calibri"/>
                        </a:rPr>
                        <a:t>Level</a:t>
                      </a:r>
                      <a:endParaRPr sz="1800">
                        <a:latin typeface="Calibri"/>
                        <a:cs typeface="Calibri"/>
                      </a:endParaRPr>
                    </a:p>
                  </a:txBody>
                  <a:tcPr marL="0" marR="0" marT="3175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2710">
                        <a:lnSpc>
                          <a:spcPct val="100000"/>
                        </a:lnSpc>
                        <a:spcBef>
                          <a:spcPts val="250"/>
                        </a:spcBef>
                      </a:pPr>
                      <a:r>
                        <a:rPr sz="1800" b="1" spc="-10" dirty="0">
                          <a:latin typeface="Calibri"/>
                          <a:cs typeface="Calibri"/>
                        </a:rPr>
                        <a:t>Condition</a:t>
                      </a:r>
                      <a:endParaRPr sz="1800">
                        <a:latin typeface="Calibri"/>
                        <a:cs typeface="Calibri"/>
                      </a:endParaRPr>
                    </a:p>
                  </a:txBody>
                  <a:tcPr marL="0" marR="0" marT="3175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3345">
                        <a:lnSpc>
                          <a:spcPct val="100000"/>
                        </a:lnSpc>
                        <a:spcBef>
                          <a:spcPts val="250"/>
                        </a:spcBef>
                      </a:pPr>
                      <a:r>
                        <a:rPr sz="1800" b="1" spc="-10" dirty="0">
                          <a:latin typeface="Calibri"/>
                          <a:cs typeface="Calibri"/>
                        </a:rPr>
                        <a:t>Action</a:t>
                      </a:r>
                      <a:endParaRPr sz="1800">
                        <a:latin typeface="Calibri"/>
                        <a:cs typeface="Calibri"/>
                      </a:endParaRPr>
                    </a:p>
                  </a:txBody>
                  <a:tcPr marL="0" marR="0" marT="3175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extLst>
                  <a:ext uri="{0D108BD9-81ED-4DB2-BD59-A6C34878D82A}">
                    <a16:rowId xmlns:a16="http://schemas.microsoft.com/office/drawing/2014/main" val="10000"/>
                  </a:ext>
                </a:extLst>
              </a:tr>
              <a:tr h="365125">
                <a:tc>
                  <a:txBody>
                    <a:bodyPr/>
                    <a:lstStyle/>
                    <a:p>
                      <a:pPr marL="91440">
                        <a:lnSpc>
                          <a:spcPct val="100000"/>
                        </a:lnSpc>
                        <a:spcBef>
                          <a:spcPts val="254"/>
                        </a:spcBef>
                      </a:pPr>
                      <a:r>
                        <a:rPr sz="1800" spc="-10" dirty="0">
                          <a:latin typeface="Calibri"/>
                          <a:cs typeface="Calibri"/>
                        </a:rPr>
                        <a:t>Green</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2710">
                        <a:lnSpc>
                          <a:spcPct val="100000"/>
                        </a:lnSpc>
                        <a:spcBef>
                          <a:spcPts val="254"/>
                        </a:spcBef>
                      </a:pPr>
                      <a:r>
                        <a:rPr sz="1800" spc="-10" dirty="0">
                          <a:latin typeface="Calibri"/>
                          <a:cs typeface="Calibri"/>
                        </a:rPr>
                        <a:t>Normal</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3345">
                        <a:lnSpc>
                          <a:spcPct val="100000"/>
                        </a:lnSpc>
                        <a:spcBef>
                          <a:spcPts val="254"/>
                        </a:spcBef>
                      </a:pPr>
                      <a:r>
                        <a:rPr sz="1800" spc="-10" dirty="0">
                          <a:latin typeface="Calibri"/>
                          <a:cs typeface="Calibri"/>
                        </a:rPr>
                        <a:t>Monitor</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extLst>
                  <a:ext uri="{0D108BD9-81ED-4DB2-BD59-A6C34878D82A}">
                    <a16:rowId xmlns:a16="http://schemas.microsoft.com/office/drawing/2014/main" val="10001"/>
                  </a:ext>
                </a:extLst>
              </a:tr>
              <a:tr h="365760">
                <a:tc>
                  <a:txBody>
                    <a:bodyPr/>
                    <a:lstStyle/>
                    <a:p>
                      <a:pPr marL="91440">
                        <a:lnSpc>
                          <a:spcPct val="100000"/>
                        </a:lnSpc>
                        <a:spcBef>
                          <a:spcPts val="254"/>
                        </a:spcBef>
                      </a:pPr>
                      <a:r>
                        <a:rPr sz="1800" spc="-10" dirty="0">
                          <a:latin typeface="Calibri"/>
                          <a:cs typeface="Calibri"/>
                        </a:rPr>
                        <a:t>Yellow</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2710">
                        <a:lnSpc>
                          <a:spcPct val="100000"/>
                        </a:lnSpc>
                        <a:spcBef>
                          <a:spcPts val="254"/>
                        </a:spcBef>
                      </a:pPr>
                      <a:r>
                        <a:rPr sz="1800" dirty="0">
                          <a:latin typeface="Calibri"/>
                          <a:cs typeface="Calibri"/>
                        </a:rPr>
                        <a:t>Increasing</a:t>
                      </a:r>
                      <a:r>
                        <a:rPr sz="1800" spc="-65" dirty="0">
                          <a:latin typeface="Calibri"/>
                          <a:cs typeface="Calibri"/>
                        </a:rPr>
                        <a:t> </a:t>
                      </a:r>
                      <a:r>
                        <a:rPr sz="1800" spc="-10" dirty="0">
                          <a:latin typeface="Calibri"/>
                          <a:cs typeface="Calibri"/>
                        </a:rPr>
                        <a:t>moisture</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3345">
                        <a:lnSpc>
                          <a:spcPct val="100000"/>
                        </a:lnSpc>
                        <a:spcBef>
                          <a:spcPts val="254"/>
                        </a:spcBef>
                      </a:pPr>
                      <a:r>
                        <a:rPr sz="1800" dirty="0">
                          <a:latin typeface="Calibri"/>
                          <a:cs typeface="Calibri"/>
                        </a:rPr>
                        <a:t>Stay</a:t>
                      </a:r>
                      <a:r>
                        <a:rPr sz="1800" spc="-15" dirty="0">
                          <a:latin typeface="Calibri"/>
                          <a:cs typeface="Calibri"/>
                        </a:rPr>
                        <a:t> </a:t>
                      </a:r>
                      <a:r>
                        <a:rPr sz="1800" spc="-10" dirty="0">
                          <a:latin typeface="Calibri"/>
                          <a:cs typeface="Calibri"/>
                        </a:rPr>
                        <a:t>Alert</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extLst>
                  <a:ext uri="{0D108BD9-81ED-4DB2-BD59-A6C34878D82A}">
                    <a16:rowId xmlns:a16="http://schemas.microsoft.com/office/drawing/2014/main" val="10002"/>
                  </a:ext>
                </a:extLst>
              </a:tr>
              <a:tr h="639445">
                <a:tc>
                  <a:txBody>
                    <a:bodyPr/>
                    <a:lstStyle/>
                    <a:p>
                      <a:pPr marL="91440">
                        <a:lnSpc>
                          <a:spcPct val="100000"/>
                        </a:lnSpc>
                        <a:spcBef>
                          <a:spcPts val="1340"/>
                        </a:spcBef>
                      </a:pPr>
                      <a:r>
                        <a:rPr sz="1800" spc="-10" dirty="0">
                          <a:latin typeface="Calibri"/>
                          <a:cs typeface="Calibri"/>
                        </a:rPr>
                        <a:t>Orange</a:t>
                      </a:r>
                      <a:endParaRPr sz="1800">
                        <a:latin typeface="Calibri"/>
                        <a:cs typeface="Calibri"/>
                      </a:endParaRPr>
                    </a:p>
                  </a:txBody>
                  <a:tcPr marL="0" marR="0" marT="17018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2710">
                        <a:lnSpc>
                          <a:spcPct val="100000"/>
                        </a:lnSpc>
                        <a:spcBef>
                          <a:spcPts val="254"/>
                        </a:spcBef>
                      </a:pPr>
                      <a:r>
                        <a:rPr sz="1800" dirty="0">
                          <a:latin typeface="Calibri"/>
                          <a:cs typeface="Calibri"/>
                        </a:rPr>
                        <a:t>High</a:t>
                      </a:r>
                      <a:r>
                        <a:rPr sz="1800" spc="-25" dirty="0">
                          <a:latin typeface="Calibri"/>
                          <a:cs typeface="Calibri"/>
                        </a:rPr>
                        <a:t> </a:t>
                      </a:r>
                      <a:r>
                        <a:rPr sz="1800" dirty="0">
                          <a:latin typeface="Calibri"/>
                          <a:cs typeface="Calibri"/>
                        </a:rPr>
                        <a:t>rainfall</a:t>
                      </a:r>
                      <a:r>
                        <a:rPr sz="1800" spc="-20" dirty="0">
                          <a:latin typeface="Calibri"/>
                          <a:cs typeface="Calibri"/>
                        </a:rPr>
                        <a:t> </a:t>
                      </a:r>
                      <a:r>
                        <a:rPr sz="1800" spc="-50" dirty="0">
                          <a:latin typeface="Calibri"/>
                          <a:cs typeface="Calibri"/>
                        </a:rPr>
                        <a:t>+</a:t>
                      </a:r>
                      <a:endParaRPr sz="1800">
                        <a:latin typeface="Calibri"/>
                        <a:cs typeface="Calibri"/>
                      </a:endParaRPr>
                    </a:p>
                    <a:p>
                      <a:pPr marL="92710">
                        <a:lnSpc>
                          <a:spcPct val="100000"/>
                        </a:lnSpc>
                        <a:spcBef>
                          <a:spcPts val="5"/>
                        </a:spcBef>
                      </a:pPr>
                      <a:r>
                        <a:rPr sz="1800" spc="-10" dirty="0">
                          <a:latin typeface="Calibri"/>
                          <a:cs typeface="Calibri"/>
                        </a:rPr>
                        <a:t>movement</a:t>
                      </a:r>
                      <a:endParaRPr sz="1800">
                        <a:latin typeface="Calibri"/>
                        <a:cs typeface="Calibri"/>
                      </a:endParaRPr>
                    </a:p>
                  </a:txBody>
                  <a:tcPr marL="0" marR="0" marT="32384"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3345">
                        <a:lnSpc>
                          <a:spcPct val="100000"/>
                        </a:lnSpc>
                        <a:spcBef>
                          <a:spcPts val="1340"/>
                        </a:spcBef>
                      </a:pPr>
                      <a:r>
                        <a:rPr sz="1800" dirty="0">
                          <a:latin typeface="Calibri"/>
                          <a:cs typeface="Calibri"/>
                        </a:rPr>
                        <a:t>Prepare</a:t>
                      </a:r>
                      <a:r>
                        <a:rPr sz="1800" spc="-25" dirty="0">
                          <a:latin typeface="Calibri"/>
                          <a:cs typeface="Calibri"/>
                        </a:rPr>
                        <a:t> </a:t>
                      </a:r>
                      <a:r>
                        <a:rPr sz="1800" spc="-10" dirty="0">
                          <a:latin typeface="Calibri"/>
                          <a:cs typeface="Calibri"/>
                        </a:rPr>
                        <a:t>evacuation</a:t>
                      </a:r>
                      <a:endParaRPr sz="1800">
                        <a:latin typeface="Calibri"/>
                        <a:cs typeface="Calibri"/>
                      </a:endParaRPr>
                    </a:p>
                  </a:txBody>
                  <a:tcPr marL="0" marR="0" marT="17018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extLst>
                  <a:ext uri="{0D108BD9-81ED-4DB2-BD59-A6C34878D82A}">
                    <a16:rowId xmlns:a16="http://schemas.microsoft.com/office/drawing/2014/main" val="10003"/>
                  </a:ext>
                </a:extLst>
              </a:tr>
              <a:tr h="365760">
                <a:tc>
                  <a:txBody>
                    <a:bodyPr/>
                    <a:lstStyle/>
                    <a:p>
                      <a:pPr marL="91440">
                        <a:lnSpc>
                          <a:spcPct val="100000"/>
                        </a:lnSpc>
                        <a:spcBef>
                          <a:spcPts val="260"/>
                        </a:spcBef>
                      </a:pPr>
                      <a:r>
                        <a:rPr sz="1800" spc="-25" dirty="0">
                          <a:latin typeface="Calibri"/>
                          <a:cs typeface="Calibri"/>
                        </a:rPr>
                        <a:t>Red</a:t>
                      </a:r>
                      <a:endParaRPr sz="1800">
                        <a:latin typeface="Calibri"/>
                        <a:cs typeface="Calibri"/>
                      </a:endParaRPr>
                    </a:p>
                  </a:txBody>
                  <a:tcPr marL="0" marR="0" marT="3302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2710">
                        <a:lnSpc>
                          <a:spcPct val="100000"/>
                        </a:lnSpc>
                        <a:spcBef>
                          <a:spcPts val="260"/>
                        </a:spcBef>
                      </a:pPr>
                      <a:r>
                        <a:rPr sz="1800" dirty="0">
                          <a:latin typeface="Calibri"/>
                          <a:cs typeface="Calibri"/>
                        </a:rPr>
                        <a:t>Threshold</a:t>
                      </a:r>
                      <a:r>
                        <a:rPr sz="1800" spc="-60" dirty="0">
                          <a:latin typeface="Calibri"/>
                          <a:cs typeface="Calibri"/>
                        </a:rPr>
                        <a:t> </a:t>
                      </a:r>
                      <a:r>
                        <a:rPr sz="1800" spc="-10" dirty="0">
                          <a:latin typeface="Calibri"/>
                          <a:cs typeface="Calibri"/>
                        </a:rPr>
                        <a:t>crossed</a:t>
                      </a:r>
                      <a:endParaRPr sz="1800">
                        <a:latin typeface="Calibri"/>
                        <a:cs typeface="Calibri"/>
                      </a:endParaRPr>
                    </a:p>
                  </a:txBody>
                  <a:tcPr marL="0" marR="0" marT="3302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tc>
                  <a:txBody>
                    <a:bodyPr/>
                    <a:lstStyle/>
                    <a:p>
                      <a:pPr marL="93345">
                        <a:lnSpc>
                          <a:spcPct val="100000"/>
                        </a:lnSpc>
                        <a:spcBef>
                          <a:spcPts val="260"/>
                        </a:spcBef>
                      </a:pPr>
                      <a:r>
                        <a:rPr sz="1800" dirty="0">
                          <a:latin typeface="Calibri"/>
                          <a:cs typeface="Calibri"/>
                        </a:rPr>
                        <a:t>Immediate</a:t>
                      </a:r>
                      <a:r>
                        <a:rPr sz="1800" spc="-55" dirty="0">
                          <a:latin typeface="Calibri"/>
                          <a:cs typeface="Calibri"/>
                        </a:rPr>
                        <a:t> </a:t>
                      </a:r>
                      <a:r>
                        <a:rPr sz="1800" spc="-10" dirty="0">
                          <a:latin typeface="Calibri"/>
                          <a:cs typeface="Calibri"/>
                        </a:rPr>
                        <a:t>evacuation</a:t>
                      </a:r>
                      <a:endParaRPr sz="1800">
                        <a:latin typeface="Calibri"/>
                        <a:cs typeface="Calibri"/>
                      </a:endParaRPr>
                    </a:p>
                  </a:txBody>
                  <a:tcPr marL="0" marR="0" marT="33020" marB="0">
                    <a:lnL w="9525">
                      <a:solidFill>
                        <a:srgbClr val="97B853"/>
                      </a:solidFill>
                      <a:prstDash val="solid"/>
                    </a:lnL>
                    <a:lnR w="9525">
                      <a:solidFill>
                        <a:srgbClr val="97B853"/>
                      </a:solidFill>
                      <a:prstDash val="solid"/>
                    </a:lnR>
                    <a:lnT w="9525">
                      <a:solidFill>
                        <a:srgbClr val="97B853"/>
                      </a:solidFill>
                      <a:prstDash val="solid"/>
                    </a:lnT>
                    <a:lnB w="9525">
                      <a:solidFill>
                        <a:srgbClr val="97B853"/>
                      </a:solidFill>
                      <a:prstDash val="solid"/>
                    </a:lnB>
                    <a:solidFill>
                      <a:srgbClr val="FFFFFF">
                        <a:alpha val="47842"/>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5006-2B3E-0AEB-A709-9EED8CB78A0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331E5BE-8CE2-F3EF-3398-AAD845C57D78}"/>
              </a:ext>
            </a:extLst>
          </p:cNvPr>
          <p:cNvSpPr txBox="1">
            <a:spLocks noGrp="1"/>
          </p:cNvSpPr>
          <p:nvPr>
            <p:ph type="title"/>
          </p:nvPr>
        </p:nvSpPr>
        <p:spPr>
          <a:xfrm>
            <a:off x="1542414" y="348183"/>
            <a:ext cx="3978910" cy="680720"/>
          </a:xfrm>
          <a:prstGeom prst="rect">
            <a:avLst/>
          </a:prstGeom>
        </p:spPr>
        <p:txBody>
          <a:bodyPr vert="horz" wrap="square" lIns="0" tIns="12065" rIns="0" bIns="0" rtlCol="0">
            <a:spAutoFit/>
          </a:bodyPr>
          <a:lstStyle/>
          <a:p>
            <a:pPr marL="12700">
              <a:lnSpc>
                <a:spcPct val="100000"/>
              </a:lnSpc>
              <a:spcBef>
                <a:spcPts val="95"/>
              </a:spcBef>
            </a:pPr>
            <a:r>
              <a:rPr spc="-155" dirty="0"/>
              <a:t>Results</a:t>
            </a:r>
            <a:r>
              <a:rPr spc="-285" dirty="0"/>
              <a:t> </a:t>
            </a:r>
            <a:r>
              <a:rPr spc="-40" dirty="0"/>
              <a:t>&amp;</a:t>
            </a:r>
            <a:r>
              <a:rPr spc="-890" dirty="0"/>
              <a:t> </a:t>
            </a:r>
            <a:r>
              <a:rPr spc="-135" dirty="0"/>
              <a:t>Analysis</a:t>
            </a:r>
          </a:p>
        </p:txBody>
      </p:sp>
      <p:pic>
        <p:nvPicPr>
          <p:cNvPr id="5" name="object 5">
            <a:extLst>
              <a:ext uri="{FF2B5EF4-FFF2-40B4-BE49-F238E27FC236}">
                <a16:creationId xmlns:a16="http://schemas.microsoft.com/office/drawing/2014/main" id="{CD4C388F-C7F3-34C6-257D-09E6244BA474}"/>
              </a:ext>
            </a:extLst>
          </p:cNvPr>
          <p:cNvPicPr/>
          <p:nvPr/>
        </p:nvPicPr>
        <p:blipFill>
          <a:blip r:embed="rId2" cstate="print"/>
          <a:stretch>
            <a:fillRect/>
          </a:stretch>
        </p:blipFill>
        <p:spPr>
          <a:xfrm>
            <a:off x="152400" y="152400"/>
            <a:ext cx="1563624" cy="1408176"/>
          </a:xfrm>
          <a:prstGeom prst="rect">
            <a:avLst/>
          </a:prstGeom>
        </p:spPr>
      </p:pic>
      <p:pic>
        <p:nvPicPr>
          <p:cNvPr id="2" name="Picture 1">
            <a:extLst>
              <a:ext uri="{FF2B5EF4-FFF2-40B4-BE49-F238E27FC236}">
                <a16:creationId xmlns:a16="http://schemas.microsoft.com/office/drawing/2014/main" id="{D4E2DB5D-D683-9975-D8C9-7CAE2F99AAF9}"/>
              </a:ext>
            </a:extLst>
          </p:cNvPr>
          <p:cNvPicPr>
            <a:picLocks noChangeAspect="1"/>
          </p:cNvPicPr>
          <p:nvPr/>
        </p:nvPicPr>
        <p:blipFill>
          <a:blip r:embed="rId3"/>
          <a:stretch>
            <a:fillRect/>
          </a:stretch>
        </p:blipFill>
        <p:spPr>
          <a:xfrm>
            <a:off x="3276600" y="1480240"/>
            <a:ext cx="3819208" cy="3897520"/>
          </a:xfrm>
          <a:prstGeom prst="rect">
            <a:avLst/>
          </a:prstGeom>
        </p:spPr>
      </p:pic>
      <p:sp>
        <p:nvSpPr>
          <p:cNvPr id="10" name="TextBox 9">
            <a:extLst>
              <a:ext uri="{FF2B5EF4-FFF2-40B4-BE49-F238E27FC236}">
                <a16:creationId xmlns:a16="http://schemas.microsoft.com/office/drawing/2014/main" id="{C3C348C4-7121-B919-D24E-CB03DEB02348}"/>
              </a:ext>
            </a:extLst>
          </p:cNvPr>
          <p:cNvSpPr txBox="1"/>
          <p:nvPr/>
        </p:nvSpPr>
        <p:spPr>
          <a:xfrm>
            <a:off x="1376204" y="5582793"/>
            <a:ext cx="7620000" cy="1000274"/>
          </a:xfrm>
          <a:prstGeom prst="rect">
            <a:avLst/>
          </a:prstGeom>
          <a:noFill/>
        </p:spPr>
        <p:txBody>
          <a:bodyPr wrap="square">
            <a:spAutoFit/>
          </a:bodyPr>
          <a:lstStyle/>
          <a:p>
            <a:pPr marL="307340" indent="-285750">
              <a:lnSpc>
                <a:spcPct val="100000"/>
              </a:lnSpc>
              <a:spcBef>
                <a:spcPts val="600"/>
              </a:spcBef>
              <a:buFont typeface="Arial" panose="020B0604020202020204" pitchFamily="34" charset="0"/>
              <a:buChar char="•"/>
            </a:pPr>
            <a:r>
              <a:rPr lang="en-US" sz="1800" spc="-135" dirty="0">
                <a:solidFill>
                  <a:srgbClr val="300D04"/>
                </a:solidFill>
                <a:latin typeface="Trebuchet MS"/>
                <a:cs typeface="Trebuchet MS"/>
              </a:rPr>
              <a:t>Average</a:t>
            </a:r>
            <a:r>
              <a:rPr lang="en-US" sz="1800" spc="-75" dirty="0">
                <a:solidFill>
                  <a:srgbClr val="300D04"/>
                </a:solidFill>
                <a:latin typeface="Trebuchet MS"/>
                <a:cs typeface="Trebuchet MS"/>
              </a:rPr>
              <a:t> </a:t>
            </a:r>
            <a:r>
              <a:rPr lang="en-US" sz="1800" spc="-80" dirty="0">
                <a:solidFill>
                  <a:srgbClr val="300D04"/>
                </a:solidFill>
                <a:latin typeface="Trebuchet MS"/>
                <a:cs typeface="Trebuchet MS"/>
              </a:rPr>
              <a:t>response</a:t>
            </a:r>
            <a:r>
              <a:rPr lang="en-US" sz="1800" spc="-45" dirty="0">
                <a:solidFill>
                  <a:srgbClr val="300D04"/>
                </a:solidFill>
                <a:latin typeface="Trebuchet MS"/>
                <a:cs typeface="Trebuchet MS"/>
              </a:rPr>
              <a:t> </a:t>
            </a:r>
            <a:r>
              <a:rPr lang="en-US" sz="1800" spc="-125" dirty="0">
                <a:solidFill>
                  <a:srgbClr val="300D04"/>
                </a:solidFill>
                <a:latin typeface="Trebuchet MS"/>
                <a:cs typeface="Trebuchet MS"/>
              </a:rPr>
              <a:t>time</a:t>
            </a:r>
            <a:r>
              <a:rPr lang="en-US" sz="1800" spc="-120" dirty="0">
                <a:solidFill>
                  <a:srgbClr val="300D04"/>
                </a:solidFill>
                <a:latin typeface="Trebuchet MS"/>
                <a:cs typeface="Trebuchet MS"/>
              </a:rPr>
              <a:t> </a:t>
            </a:r>
            <a:r>
              <a:rPr lang="en-US" sz="1800" spc="-90" dirty="0">
                <a:solidFill>
                  <a:srgbClr val="300D04"/>
                </a:solidFill>
                <a:latin typeface="Trebuchet MS"/>
                <a:cs typeface="Trebuchet MS"/>
              </a:rPr>
              <a:t>from</a:t>
            </a:r>
            <a:r>
              <a:rPr lang="en-US" sz="1800" spc="-170" dirty="0">
                <a:solidFill>
                  <a:srgbClr val="300D04"/>
                </a:solidFill>
                <a:latin typeface="Trebuchet MS"/>
                <a:cs typeface="Trebuchet MS"/>
              </a:rPr>
              <a:t> </a:t>
            </a:r>
            <a:r>
              <a:rPr lang="en-US" sz="1800" spc="-140" dirty="0">
                <a:solidFill>
                  <a:srgbClr val="300D04"/>
                </a:solidFill>
                <a:latin typeface="Trebuchet MS"/>
                <a:cs typeface="Trebuchet MS"/>
              </a:rPr>
              <a:t>data</a:t>
            </a:r>
            <a:r>
              <a:rPr lang="en-US" sz="1800" spc="-130" dirty="0">
                <a:solidFill>
                  <a:srgbClr val="300D04"/>
                </a:solidFill>
                <a:latin typeface="Trebuchet MS"/>
                <a:cs typeface="Trebuchet MS"/>
              </a:rPr>
              <a:t> </a:t>
            </a:r>
            <a:r>
              <a:rPr lang="en-US" sz="1800" spc="-120" dirty="0">
                <a:solidFill>
                  <a:srgbClr val="300D04"/>
                </a:solidFill>
                <a:latin typeface="Trebuchet MS"/>
                <a:cs typeface="Trebuchet MS"/>
              </a:rPr>
              <a:t>breach</a:t>
            </a:r>
            <a:r>
              <a:rPr lang="en-US" sz="1800" spc="-125" dirty="0">
                <a:solidFill>
                  <a:srgbClr val="300D04"/>
                </a:solidFill>
                <a:latin typeface="Trebuchet MS"/>
                <a:cs typeface="Trebuchet MS"/>
              </a:rPr>
              <a:t> </a:t>
            </a:r>
            <a:r>
              <a:rPr lang="en-US" sz="1800" dirty="0">
                <a:solidFill>
                  <a:srgbClr val="300D04"/>
                </a:solidFill>
                <a:latin typeface="Trebuchet MS"/>
                <a:cs typeface="Trebuchet MS"/>
              </a:rPr>
              <a:t>to</a:t>
            </a:r>
            <a:r>
              <a:rPr lang="en-US" sz="1800" spc="-30" dirty="0">
                <a:solidFill>
                  <a:srgbClr val="300D04"/>
                </a:solidFill>
                <a:latin typeface="Trebuchet MS"/>
                <a:cs typeface="Trebuchet MS"/>
              </a:rPr>
              <a:t> </a:t>
            </a:r>
            <a:r>
              <a:rPr lang="en-US" sz="1800" spc="-110" dirty="0">
                <a:solidFill>
                  <a:srgbClr val="300D04"/>
                </a:solidFill>
                <a:latin typeface="Trebuchet MS"/>
                <a:cs typeface="Trebuchet MS"/>
              </a:rPr>
              <a:t>alert</a:t>
            </a:r>
            <a:r>
              <a:rPr lang="en-US" sz="1800" spc="-90" dirty="0">
                <a:solidFill>
                  <a:srgbClr val="300D04"/>
                </a:solidFill>
                <a:latin typeface="Trebuchet MS"/>
                <a:cs typeface="Trebuchet MS"/>
              </a:rPr>
              <a:t> </a:t>
            </a:r>
            <a:r>
              <a:rPr lang="en-US" sz="1800" spc="-150" dirty="0">
                <a:solidFill>
                  <a:srgbClr val="300D04"/>
                </a:solidFill>
                <a:latin typeface="Trebuchet MS"/>
                <a:cs typeface="Trebuchet MS"/>
              </a:rPr>
              <a:t>generation:</a:t>
            </a:r>
            <a:r>
              <a:rPr lang="en-US" sz="1800" spc="-285" dirty="0">
                <a:solidFill>
                  <a:srgbClr val="300D04"/>
                </a:solidFill>
                <a:latin typeface="Trebuchet MS"/>
                <a:cs typeface="Trebuchet MS"/>
              </a:rPr>
              <a:t> </a:t>
            </a:r>
            <a:r>
              <a:rPr lang="en-US" sz="1800" spc="-20" dirty="0">
                <a:solidFill>
                  <a:srgbClr val="300D04"/>
                </a:solidFill>
                <a:latin typeface="Trebuchet MS"/>
                <a:cs typeface="Trebuchet MS"/>
              </a:rPr>
              <a:t>5–10</a:t>
            </a:r>
            <a:endParaRPr lang="en-US" sz="1800" dirty="0">
              <a:latin typeface="Trebuchet MS"/>
              <a:cs typeface="Trebuchet MS"/>
            </a:endParaRPr>
          </a:p>
          <a:p>
            <a:pPr marL="21590">
              <a:lnSpc>
                <a:spcPct val="100000"/>
              </a:lnSpc>
            </a:pPr>
            <a:r>
              <a:rPr lang="en-US" sz="1800" spc="-10" dirty="0">
                <a:solidFill>
                  <a:srgbClr val="300D04"/>
                </a:solidFill>
                <a:latin typeface="Trebuchet MS"/>
                <a:cs typeface="Trebuchet MS"/>
              </a:rPr>
              <a:t>    seconds</a:t>
            </a:r>
            <a:endParaRPr lang="en-US" sz="1800" dirty="0">
              <a:latin typeface="Trebuchet MS"/>
              <a:cs typeface="Trebuchet MS"/>
            </a:endParaRPr>
          </a:p>
          <a:p>
            <a:pPr marL="142875" indent="-142875">
              <a:lnSpc>
                <a:spcPct val="100000"/>
              </a:lnSpc>
              <a:spcBef>
                <a:spcPts val="605"/>
              </a:spcBef>
              <a:buSzPct val="92500"/>
              <a:buChar char="•"/>
              <a:tabLst>
                <a:tab pos="142875" algn="l"/>
              </a:tabLst>
            </a:pPr>
            <a:r>
              <a:rPr lang="en-US" sz="1800" spc="-90" dirty="0">
                <a:solidFill>
                  <a:srgbClr val="300D04"/>
                </a:solidFill>
                <a:latin typeface="Trebuchet MS"/>
                <a:cs typeface="Trebuchet MS"/>
              </a:rPr>
              <a:t>  Sensor</a:t>
            </a:r>
            <a:r>
              <a:rPr lang="en-US" sz="1800" spc="-114" dirty="0">
                <a:solidFill>
                  <a:srgbClr val="300D04"/>
                </a:solidFill>
                <a:latin typeface="Trebuchet MS"/>
                <a:cs typeface="Trebuchet MS"/>
              </a:rPr>
              <a:t> </a:t>
            </a:r>
            <a:r>
              <a:rPr lang="en-US" sz="1800" spc="-120" dirty="0">
                <a:solidFill>
                  <a:srgbClr val="300D04"/>
                </a:solidFill>
                <a:latin typeface="Trebuchet MS"/>
                <a:cs typeface="Trebuchet MS"/>
              </a:rPr>
              <a:t>Performance</a:t>
            </a:r>
            <a:r>
              <a:rPr lang="en-US" sz="1800" spc="-35" dirty="0">
                <a:solidFill>
                  <a:srgbClr val="300D04"/>
                </a:solidFill>
                <a:latin typeface="Trebuchet MS"/>
                <a:cs typeface="Trebuchet MS"/>
              </a:rPr>
              <a:t> </a:t>
            </a:r>
            <a:r>
              <a:rPr lang="en-US" sz="1800" spc="-110" dirty="0">
                <a:solidFill>
                  <a:srgbClr val="300D04"/>
                </a:solidFill>
                <a:latin typeface="Trebuchet MS"/>
                <a:cs typeface="Trebuchet MS"/>
              </a:rPr>
              <a:t>and</a:t>
            </a:r>
            <a:r>
              <a:rPr lang="en-US" sz="1800" spc="-140" dirty="0">
                <a:solidFill>
                  <a:srgbClr val="300D04"/>
                </a:solidFill>
                <a:latin typeface="Trebuchet MS"/>
                <a:cs typeface="Trebuchet MS"/>
              </a:rPr>
              <a:t> </a:t>
            </a:r>
            <a:r>
              <a:rPr lang="en-US" sz="1800" spc="-70" dirty="0">
                <a:solidFill>
                  <a:srgbClr val="300D04"/>
                </a:solidFill>
                <a:latin typeface="Trebuchet MS"/>
                <a:cs typeface="Trebuchet MS"/>
              </a:rPr>
              <a:t>Data</a:t>
            </a:r>
            <a:r>
              <a:rPr lang="en-US" sz="1800" spc="-100" dirty="0">
                <a:solidFill>
                  <a:srgbClr val="300D04"/>
                </a:solidFill>
                <a:latin typeface="Trebuchet MS"/>
                <a:cs typeface="Trebuchet MS"/>
              </a:rPr>
              <a:t> </a:t>
            </a:r>
            <a:r>
              <a:rPr lang="en-US" sz="1800" spc="-10" dirty="0">
                <a:solidFill>
                  <a:srgbClr val="300D04"/>
                </a:solidFill>
                <a:latin typeface="Trebuchet MS"/>
                <a:cs typeface="Trebuchet MS"/>
              </a:rPr>
              <a:t>Collection</a:t>
            </a:r>
            <a:endParaRPr lang="en-IN" dirty="0"/>
          </a:p>
        </p:txBody>
      </p:sp>
    </p:spTree>
    <p:extLst>
      <p:ext uri="{BB962C8B-B14F-4D97-AF65-F5344CB8AC3E}">
        <p14:creationId xmlns:p14="http://schemas.microsoft.com/office/powerpoint/2010/main" val="2827454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0" dirty="0"/>
              <a:t>Conclusion </a:t>
            </a:r>
            <a:r>
              <a:rPr spc="-40" dirty="0"/>
              <a:t>&amp;</a:t>
            </a:r>
            <a:r>
              <a:rPr spc="-459" dirty="0"/>
              <a:t> </a:t>
            </a:r>
            <a:r>
              <a:rPr spc="-225" dirty="0"/>
              <a:t>Future</a:t>
            </a:r>
            <a:r>
              <a:rPr spc="-775" dirty="0"/>
              <a:t> </a:t>
            </a:r>
            <a:r>
              <a:rPr spc="-20" dirty="0"/>
              <a:t>Work</a:t>
            </a:r>
          </a:p>
        </p:txBody>
      </p:sp>
      <p:sp>
        <p:nvSpPr>
          <p:cNvPr id="4" name="object 4"/>
          <p:cNvSpPr txBox="1"/>
          <p:nvPr/>
        </p:nvSpPr>
        <p:spPr>
          <a:xfrm>
            <a:off x="990600" y="1416302"/>
            <a:ext cx="7863840" cy="5179880"/>
          </a:xfrm>
          <a:prstGeom prst="rect">
            <a:avLst/>
          </a:prstGeom>
        </p:spPr>
        <p:txBody>
          <a:bodyPr vert="horz" wrap="square" lIns="0" tIns="12700" rIns="0" bIns="0" rtlCol="0">
            <a:spAutoFit/>
          </a:bodyPr>
          <a:lstStyle/>
          <a:p>
            <a:pPr marL="298450" marR="15240" indent="-285750" algn="just">
              <a:lnSpc>
                <a:spcPct val="150000"/>
              </a:lnSpc>
              <a:spcBef>
                <a:spcPts val="100"/>
              </a:spcBef>
              <a:buFont typeface="Arial" panose="020B0604020202020204" pitchFamily="34" charset="0"/>
              <a:buChar char="•"/>
              <a:tabLst>
                <a:tab pos="160655" algn="l"/>
              </a:tabLst>
            </a:pPr>
            <a:r>
              <a:rPr sz="1800" dirty="0">
                <a:solidFill>
                  <a:srgbClr val="300D04"/>
                </a:solidFill>
                <a:latin typeface="Times New Roman" panose="02020603050405020304" pitchFamily="18" charset="0"/>
                <a:cs typeface="Times New Roman" panose="02020603050405020304" pitchFamily="18" charset="0"/>
              </a:rPr>
              <a:t>The</a:t>
            </a:r>
            <a:r>
              <a:rPr sz="1800" spc="-135" dirty="0">
                <a:solidFill>
                  <a:srgbClr val="300D04"/>
                </a:solidFill>
                <a:latin typeface="Times New Roman" panose="02020603050405020304" pitchFamily="18" charset="0"/>
                <a:cs typeface="Times New Roman" panose="02020603050405020304" pitchFamily="18" charset="0"/>
              </a:rPr>
              <a:t> </a:t>
            </a:r>
            <a:r>
              <a:rPr sz="1800" spc="-60" dirty="0">
                <a:solidFill>
                  <a:srgbClr val="300D04"/>
                </a:solidFill>
                <a:latin typeface="Times New Roman" panose="02020603050405020304" pitchFamily="18" charset="0"/>
                <a:cs typeface="Times New Roman" panose="02020603050405020304" pitchFamily="18" charset="0"/>
              </a:rPr>
              <a:t>working</a:t>
            </a:r>
            <a:r>
              <a:rPr sz="1800" spc="5" dirty="0">
                <a:solidFill>
                  <a:srgbClr val="300D04"/>
                </a:solidFill>
                <a:latin typeface="Times New Roman" panose="02020603050405020304" pitchFamily="18" charset="0"/>
                <a:cs typeface="Times New Roman" panose="02020603050405020304" pitchFamily="18" charset="0"/>
              </a:rPr>
              <a:t> </a:t>
            </a:r>
            <a:r>
              <a:rPr sz="1800" spc="-35" dirty="0">
                <a:solidFill>
                  <a:srgbClr val="300D04"/>
                </a:solidFill>
                <a:latin typeface="Times New Roman" panose="02020603050405020304" pitchFamily="18" charset="0"/>
                <a:cs typeface="Times New Roman" panose="02020603050405020304" pitchFamily="18" charset="0"/>
              </a:rPr>
              <a:t>of</a:t>
            </a:r>
            <a:r>
              <a:rPr sz="1800" spc="-15"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the</a:t>
            </a:r>
            <a:r>
              <a:rPr sz="1800" spc="-15" dirty="0">
                <a:solidFill>
                  <a:srgbClr val="300D04"/>
                </a:solidFill>
                <a:latin typeface="Times New Roman" panose="02020603050405020304" pitchFamily="18" charset="0"/>
                <a:cs typeface="Times New Roman" panose="02020603050405020304" pitchFamily="18" charset="0"/>
              </a:rPr>
              <a:t> </a:t>
            </a:r>
            <a:r>
              <a:rPr sz="1800" spc="-130" dirty="0">
                <a:solidFill>
                  <a:srgbClr val="300D04"/>
                </a:solidFill>
                <a:latin typeface="Times New Roman" panose="02020603050405020304" pitchFamily="18" charset="0"/>
                <a:cs typeface="Times New Roman" panose="02020603050405020304" pitchFamily="18" charset="0"/>
              </a:rPr>
              <a:t>experimental</a:t>
            </a:r>
            <a:r>
              <a:rPr sz="1800" spc="-5" dirty="0">
                <a:solidFill>
                  <a:srgbClr val="300D04"/>
                </a:solidFill>
                <a:latin typeface="Times New Roman" panose="02020603050405020304" pitchFamily="18" charset="0"/>
                <a:cs typeface="Times New Roman" panose="02020603050405020304" pitchFamily="18" charset="0"/>
              </a:rPr>
              <a:t> </a:t>
            </a:r>
            <a:r>
              <a:rPr sz="1800" spc="-100" dirty="0">
                <a:solidFill>
                  <a:srgbClr val="300D04"/>
                </a:solidFill>
                <a:latin typeface="Times New Roman" panose="02020603050405020304" pitchFamily="18" charset="0"/>
                <a:cs typeface="Times New Roman" panose="02020603050405020304" pitchFamily="18" charset="0"/>
              </a:rPr>
              <a:t>model</a:t>
            </a:r>
            <a:r>
              <a:rPr sz="1800" spc="-30" dirty="0">
                <a:solidFill>
                  <a:srgbClr val="300D04"/>
                </a:solidFill>
                <a:latin typeface="Times New Roman" panose="02020603050405020304" pitchFamily="18" charset="0"/>
                <a:cs typeface="Times New Roman" panose="02020603050405020304" pitchFamily="18" charset="0"/>
              </a:rPr>
              <a:t> </a:t>
            </a:r>
            <a:r>
              <a:rPr sz="1800" spc="-75" dirty="0">
                <a:solidFill>
                  <a:srgbClr val="300D04"/>
                </a:solidFill>
                <a:latin typeface="Times New Roman" panose="02020603050405020304" pitchFamily="18" charset="0"/>
                <a:cs typeface="Times New Roman" panose="02020603050405020304" pitchFamily="18" charset="0"/>
              </a:rPr>
              <a:t>we</a:t>
            </a:r>
            <a:r>
              <a:rPr sz="1800" spc="-15" dirty="0">
                <a:solidFill>
                  <a:srgbClr val="300D04"/>
                </a:solidFill>
                <a:latin typeface="Times New Roman" panose="02020603050405020304" pitchFamily="18" charset="0"/>
                <a:cs typeface="Times New Roman" panose="02020603050405020304" pitchFamily="18" charset="0"/>
              </a:rPr>
              <a:t> </a:t>
            </a:r>
            <a:r>
              <a:rPr sz="1800" spc="-155" dirty="0">
                <a:solidFill>
                  <a:srgbClr val="300D04"/>
                </a:solidFill>
                <a:latin typeface="Times New Roman" panose="02020603050405020304" pitchFamily="18" charset="0"/>
                <a:cs typeface="Times New Roman" panose="02020603050405020304" pitchFamily="18" charset="0"/>
              </a:rPr>
              <a:t>can</a:t>
            </a:r>
            <a:r>
              <a:rPr sz="1800" spc="20" dirty="0">
                <a:solidFill>
                  <a:srgbClr val="300D04"/>
                </a:solidFill>
                <a:latin typeface="Times New Roman" panose="02020603050405020304" pitchFamily="18" charset="0"/>
                <a:cs typeface="Times New Roman" panose="02020603050405020304" pitchFamily="18" charset="0"/>
              </a:rPr>
              <a:t> </a:t>
            </a:r>
            <a:r>
              <a:rPr sz="1800" spc="-100" dirty="0">
                <a:solidFill>
                  <a:srgbClr val="300D04"/>
                </a:solidFill>
                <a:latin typeface="Times New Roman" panose="02020603050405020304" pitchFamily="18" charset="0"/>
                <a:cs typeface="Times New Roman" panose="02020603050405020304" pitchFamily="18" charset="0"/>
              </a:rPr>
              <a:t>conclude</a:t>
            </a:r>
            <a:r>
              <a:rPr sz="1800" spc="-35"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that</a:t>
            </a:r>
            <a:r>
              <a:rPr sz="1800" spc="-10" dirty="0">
                <a:solidFill>
                  <a:srgbClr val="300D04"/>
                </a:solidFill>
                <a:latin typeface="Times New Roman" panose="02020603050405020304" pitchFamily="18" charset="0"/>
                <a:cs typeface="Times New Roman" panose="02020603050405020304" pitchFamily="18" charset="0"/>
              </a:rPr>
              <a:t> </a:t>
            </a:r>
            <a:r>
              <a:rPr sz="1800" spc="-60" dirty="0">
                <a:solidFill>
                  <a:srgbClr val="300D04"/>
                </a:solidFill>
                <a:latin typeface="Times New Roman" panose="02020603050405020304" pitchFamily="18" charset="0"/>
                <a:cs typeface="Times New Roman" panose="02020603050405020304" pitchFamily="18" charset="0"/>
              </a:rPr>
              <a:t>soil</a:t>
            </a:r>
            <a:r>
              <a:rPr sz="1800" spc="-25" dirty="0">
                <a:solidFill>
                  <a:srgbClr val="300D04"/>
                </a:solidFill>
                <a:latin typeface="Times New Roman" panose="02020603050405020304" pitchFamily="18" charset="0"/>
                <a:cs typeface="Times New Roman" panose="02020603050405020304" pitchFamily="18" charset="0"/>
              </a:rPr>
              <a:t> </a:t>
            </a:r>
            <a:r>
              <a:rPr sz="1800" spc="-20" dirty="0">
                <a:solidFill>
                  <a:srgbClr val="300D04"/>
                </a:solidFill>
                <a:latin typeface="Times New Roman" panose="02020603050405020304" pitchFamily="18" charset="0"/>
                <a:cs typeface="Times New Roman" panose="02020603050405020304" pitchFamily="18" charset="0"/>
              </a:rPr>
              <a:t>collapses </a:t>
            </a:r>
            <a:r>
              <a:rPr sz="1800" dirty="0">
                <a:solidFill>
                  <a:srgbClr val="300D04"/>
                </a:solidFill>
                <a:latin typeface="Times New Roman" panose="02020603050405020304" pitchFamily="18" charset="0"/>
                <a:cs typeface="Times New Roman" panose="02020603050405020304" pitchFamily="18" charset="0"/>
              </a:rPr>
              <a:t>at</a:t>
            </a:r>
            <a:r>
              <a:rPr sz="1800" spc="-13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a</a:t>
            </a:r>
            <a:r>
              <a:rPr sz="1800" spc="-40" dirty="0">
                <a:solidFill>
                  <a:srgbClr val="300D04"/>
                </a:solidFill>
                <a:latin typeface="Times New Roman" panose="02020603050405020304" pitchFamily="18" charset="0"/>
                <a:cs typeface="Times New Roman" panose="02020603050405020304" pitchFamily="18" charset="0"/>
              </a:rPr>
              <a:t> </a:t>
            </a:r>
            <a:r>
              <a:rPr sz="1800" b="1" spc="-50" dirty="0">
                <a:solidFill>
                  <a:srgbClr val="300D04"/>
                </a:solidFill>
                <a:latin typeface="Times New Roman" panose="02020603050405020304" pitchFamily="18" charset="0"/>
                <a:cs typeface="Times New Roman" panose="02020603050405020304" pitchFamily="18" charset="0"/>
              </a:rPr>
              <a:t>moisture</a:t>
            </a:r>
            <a:r>
              <a:rPr sz="1800" b="1" spc="-45" dirty="0">
                <a:solidFill>
                  <a:srgbClr val="300D04"/>
                </a:solidFill>
                <a:latin typeface="Times New Roman" panose="02020603050405020304" pitchFamily="18" charset="0"/>
                <a:cs typeface="Times New Roman" panose="02020603050405020304" pitchFamily="18" charset="0"/>
              </a:rPr>
              <a:t> </a:t>
            </a:r>
            <a:r>
              <a:rPr sz="1800" b="1" spc="-80" dirty="0">
                <a:solidFill>
                  <a:srgbClr val="300D04"/>
                </a:solidFill>
                <a:latin typeface="Times New Roman" panose="02020603050405020304" pitchFamily="18" charset="0"/>
                <a:cs typeface="Times New Roman" panose="02020603050405020304" pitchFamily="18" charset="0"/>
              </a:rPr>
              <a:t>content</a:t>
            </a:r>
            <a:r>
              <a:rPr sz="1800" b="1" spc="-55" dirty="0">
                <a:solidFill>
                  <a:srgbClr val="300D04"/>
                </a:solidFill>
                <a:latin typeface="Times New Roman" panose="02020603050405020304" pitchFamily="18" charset="0"/>
                <a:cs typeface="Times New Roman" panose="02020603050405020304" pitchFamily="18" charset="0"/>
              </a:rPr>
              <a:t> </a:t>
            </a:r>
            <a:r>
              <a:rPr sz="1800" b="1" dirty="0">
                <a:solidFill>
                  <a:srgbClr val="300D04"/>
                </a:solidFill>
                <a:latin typeface="Times New Roman" panose="02020603050405020304" pitchFamily="18" charset="0"/>
                <a:cs typeface="Times New Roman" panose="02020603050405020304" pitchFamily="18" charset="0"/>
              </a:rPr>
              <a:t>of</a:t>
            </a:r>
            <a:r>
              <a:rPr sz="1800" b="1" spc="-45" dirty="0">
                <a:solidFill>
                  <a:srgbClr val="300D04"/>
                </a:solidFill>
                <a:latin typeface="Times New Roman" panose="02020603050405020304" pitchFamily="18" charset="0"/>
                <a:cs typeface="Times New Roman" panose="02020603050405020304" pitchFamily="18" charset="0"/>
              </a:rPr>
              <a:t> </a:t>
            </a:r>
            <a:r>
              <a:rPr sz="1800" b="1" dirty="0">
                <a:solidFill>
                  <a:srgbClr val="300D04"/>
                </a:solidFill>
                <a:latin typeface="Times New Roman" panose="02020603050405020304" pitchFamily="18" charset="0"/>
                <a:cs typeface="Times New Roman" panose="02020603050405020304" pitchFamily="18" charset="0"/>
              </a:rPr>
              <a:t>75%</a:t>
            </a:r>
            <a:r>
              <a:rPr sz="1800" b="1" spc="-5" dirty="0">
                <a:solidFill>
                  <a:srgbClr val="300D04"/>
                </a:solidFill>
                <a:latin typeface="Times New Roman" panose="02020603050405020304" pitchFamily="18" charset="0"/>
                <a:cs typeface="Times New Roman" panose="02020603050405020304" pitchFamily="18" charset="0"/>
              </a:rPr>
              <a:t> </a:t>
            </a:r>
            <a:r>
              <a:rPr sz="1800" spc="-75" dirty="0">
                <a:solidFill>
                  <a:srgbClr val="300D04"/>
                </a:solidFill>
                <a:latin typeface="Times New Roman" panose="02020603050405020304" pitchFamily="18" charset="0"/>
                <a:cs typeface="Times New Roman" panose="02020603050405020304" pitchFamily="18" charset="0"/>
              </a:rPr>
              <a:t>.The</a:t>
            </a:r>
            <a:r>
              <a:rPr sz="1800" spc="-55" dirty="0">
                <a:solidFill>
                  <a:srgbClr val="300D04"/>
                </a:solidFill>
                <a:latin typeface="Times New Roman" panose="02020603050405020304" pitchFamily="18" charset="0"/>
                <a:cs typeface="Times New Roman" panose="02020603050405020304" pitchFamily="18" charset="0"/>
              </a:rPr>
              <a:t> </a:t>
            </a:r>
            <a:r>
              <a:rPr sz="1800" b="1" spc="-65" dirty="0">
                <a:solidFill>
                  <a:srgbClr val="300D04"/>
                </a:solidFill>
                <a:latin typeface="Times New Roman" panose="02020603050405020304" pitchFamily="18" charset="0"/>
                <a:cs typeface="Times New Roman" panose="02020603050405020304" pitchFamily="18" charset="0"/>
              </a:rPr>
              <a:t>buzzer</a:t>
            </a:r>
            <a:r>
              <a:rPr sz="1800" spc="-7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was</a:t>
            </a:r>
            <a:r>
              <a:rPr sz="1800" spc="-4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set</a:t>
            </a:r>
            <a:r>
              <a:rPr sz="1800" spc="-4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to</a:t>
            </a:r>
            <a:r>
              <a:rPr sz="1800" spc="-35"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ring</a:t>
            </a:r>
            <a:r>
              <a:rPr sz="1800" spc="-6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at</a:t>
            </a:r>
            <a:r>
              <a:rPr sz="1800" spc="-70" dirty="0">
                <a:solidFill>
                  <a:srgbClr val="300D04"/>
                </a:solidFill>
                <a:latin typeface="Times New Roman" panose="02020603050405020304" pitchFamily="18" charset="0"/>
                <a:cs typeface="Times New Roman" panose="02020603050405020304" pitchFamily="18" charset="0"/>
              </a:rPr>
              <a:t> </a:t>
            </a:r>
            <a:r>
              <a:rPr sz="1800" b="1" dirty="0">
                <a:solidFill>
                  <a:srgbClr val="300D04"/>
                </a:solidFill>
                <a:latin typeface="Times New Roman" panose="02020603050405020304" pitchFamily="18" charset="0"/>
                <a:cs typeface="Times New Roman" panose="02020603050405020304" pitchFamily="18" charset="0"/>
              </a:rPr>
              <a:t>65%</a:t>
            </a:r>
            <a:r>
              <a:rPr sz="1800" b="1" spc="-25" dirty="0">
                <a:solidFill>
                  <a:srgbClr val="300D04"/>
                </a:solidFill>
                <a:latin typeface="Times New Roman" panose="02020603050405020304" pitchFamily="18" charset="0"/>
                <a:cs typeface="Times New Roman" panose="02020603050405020304" pitchFamily="18" charset="0"/>
              </a:rPr>
              <a:t> </a:t>
            </a:r>
            <a:r>
              <a:rPr sz="1800" b="1" spc="-10" dirty="0">
                <a:solidFill>
                  <a:srgbClr val="300D04"/>
                </a:solidFill>
                <a:latin typeface="Times New Roman" panose="02020603050405020304" pitchFamily="18" charset="0"/>
                <a:cs typeface="Times New Roman" panose="02020603050405020304" pitchFamily="18" charset="0"/>
              </a:rPr>
              <a:t>moisture </a:t>
            </a:r>
            <a:r>
              <a:rPr sz="1800" b="1" spc="-95" dirty="0">
                <a:solidFill>
                  <a:srgbClr val="300D04"/>
                </a:solidFill>
                <a:latin typeface="Times New Roman" panose="02020603050405020304" pitchFamily="18" charset="0"/>
                <a:cs typeface="Times New Roman" panose="02020603050405020304" pitchFamily="18" charset="0"/>
              </a:rPr>
              <a:t>content</a:t>
            </a:r>
            <a:r>
              <a:rPr sz="1800" b="1" spc="-114"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so</a:t>
            </a:r>
            <a:r>
              <a:rPr sz="1800" spc="-25"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as</a:t>
            </a:r>
            <a:r>
              <a:rPr sz="1800" spc="-15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to</a:t>
            </a:r>
            <a:r>
              <a:rPr sz="1800" spc="-35"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give</a:t>
            </a:r>
            <a:r>
              <a:rPr sz="1800" spc="-165"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a</a:t>
            </a:r>
            <a:r>
              <a:rPr sz="1800" spc="-229" dirty="0">
                <a:solidFill>
                  <a:srgbClr val="300D04"/>
                </a:solidFill>
                <a:latin typeface="Times New Roman" panose="02020603050405020304" pitchFamily="18" charset="0"/>
                <a:cs typeface="Times New Roman" panose="02020603050405020304" pitchFamily="18" charset="0"/>
              </a:rPr>
              <a:t> </a:t>
            </a:r>
            <a:r>
              <a:rPr sz="1800" spc="-20" dirty="0">
                <a:solidFill>
                  <a:srgbClr val="300D04"/>
                </a:solidFill>
                <a:latin typeface="Times New Roman" panose="02020603050405020304" pitchFamily="18" charset="0"/>
                <a:cs typeface="Times New Roman" panose="02020603050405020304" pitchFamily="18" charset="0"/>
              </a:rPr>
              <a:t>prior</a:t>
            </a:r>
            <a:r>
              <a:rPr sz="1800" spc="-55"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alarm</a:t>
            </a:r>
            <a:r>
              <a:rPr sz="1800" spc="-170" dirty="0">
                <a:solidFill>
                  <a:srgbClr val="300D04"/>
                </a:solidFill>
                <a:latin typeface="Times New Roman" panose="02020603050405020304" pitchFamily="18" charset="0"/>
                <a:cs typeface="Times New Roman" panose="02020603050405020304" pitchFamily="18" charset="0"/>
              </a:rPr>
              <a:t> </a:t>
            </a:r>
            <a:r>
              <a:rPr sz="1800" spc="-110" dirty="0">
                <a:solidFill>
                  <a:srgbClr val="300D04"/>
                </a:solidFill>
                <a:latin typeface="Times New Roman" panose="02020603050405020304" pitchFamily="18" charset="0"/>
                <a:cs typeface="Times New Roman" panose="02020603050405020304" pitchFamily="18" charset="0"/>
              </a:rPr>
              <a:t>before</a:t>
            </a:r>
            <a:r>
              <a:rPr sz="1800" spc="-95" dirty="0">
                <a:solidFill>
                  <a:srgbClr val="300D04"/>
                </a:solidFill>
                <a:latin typeface="Times New Roman" panose="02020603050405020304" pitchFamily="18" charset="0"/>
                <a:cs typeface="Times New Roman" panose="02020603050405020304" pitchFamily="18" charset="0"/>
              </a:rPr>
              <a:t> </a:t>
            </a:r>
            <a:r>
              <a:rPr sz="1800" spc="-90" dirty="0">
                <a:solidFill>
                  <a:srgbClr val="300D04"/>
                </a:solidFill>
                <a:latin typeface="Times New Roman" panose="02020603050405020304" pitchFamily="18" charset="0"/>
                <a:cs typeface="Times New Roman" panose="02020603050405020304" pitchFamily="18" charset="0"/>
              </a:rPr>
              <a:t>the</a:t>
            </a:r>
            <a:r>
              <a:rPr sz="1800" spc="-170" dirty="0">
                <a:solidFill>
                  <a:srgbClr val="300D04"/>
                </a:solidFill>
                <a:latin typeface="Times New Roman" panose="02020603050405020304" pitchFamily="18" charset="0"/>
                <a:cs typeface="Times New Roman" panose="02020603050405020304" pitchFamily="18" charset="0"/>
              </a:rPr>
              <a:t> </a:t>
            </a:r>
            <a:r>
              <a:rPr sz="1800" spc="-135" dirty="0">
                <a:solidFill>
                  <a:srgbClr val="300D04"/>
                </a:solidFill>
                <a:latin typeface="Times New Roman" panose="02020603050405020304" pitchFamily="18" charset="0"/>
                <a:cs typeface="Times New Roman" panose="02020603050405020304" pitchFamily="18" charset="0"/>
              </a:rPr>
              <a:t>failure</a:t>
            </a:r>
            <a:r>
              <a:rPr sz="1800" spc="-65" dirty="0">
                <a:solidFill>
                  <a:srgbClr val="300D04"/>
                </a:solidFill>
                <a:latin typeface="Times New Roman" panose="02020603050405020304" pitchFamily="18" charset="0"/>
                <a:cs typeface="Times New Roman" panose="02020603050405020304" pitchFamily="18" charset="0"/>
              </a:rPr>
              <a:t> </a:t>
            </a:r>
            <a:r>
              <a:rPr sz="1800" spc="-60" dirty="0">
                <a:solidFill>
                  <a:srgbClr val="300D04"/>
                </a:solidFill>
                <a:latin typeface="Times New Roman" panose="02020603050405020304" pitchFamily="18" charset="0"/>
                <a:cs typeface="Times New Roman" panose="02020603050405020304" pitchFamily="18" charset="0"/>
              </a:rPr>
              <a:t>of</a:t>
            </a:r>
            <a:r>
              <a:rPr sz="1800" spc="-145" dirty="0">
                <a:solidFill>
                  <a:srgbClr val="300D04"/>
                </a:solidFill>
                <a:latin typeface="Times New Roman" panose="02020603050405020304" pitchFamily="18" charset="0"/>
                <a:cs typeface="Times New Roman" panose="02020603050405020304" pitchFamily="18" charset="0"/>
              </a:rPr>
              <a:t> </a:t>
            </a:r>
            <a:r>
              <a:rPr sz="1800" spc="-90" dirty="0">
                <a:solidFill>
                  <a:srgbClr val="300D04"/>
                </a:solidFill>
                <a:latin typeface="Times New Roman" panose="02020603050405020304" pitchFamily="18" charset="0"/>
                <a:cs typeface="Times New Roman" panose="02020603050405020304" pitchFamily="18" charset="0"/>
              </a:rPr>
              <a:t>the</a:t>
            </a:r>
            <a:r>
              <a:rPr sz="1800" spc="-145"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slope.</a:t>
            </a:r>
            <a:endParaRPr sz="1800" dirty="0">
              <a:latin typeface="Times New Roman" panose="02020603050405020304" pitchFamily="18" charset="0"/>
              <a:cs typeface="Times New Roman" panose="02020603050405020304" pitchFamily="18" charset="0"/>
            </a:endParaRPr>
          </a:p>
          <a:p>
            <a:pPr marL="298450" marR="19050" indent="-285750" algn="just">
              <a:lnSpc>
                <a:spcPct val="150000"/>
              </a:lnSpc>
              <a:spcBef>
                <a:spcPts val="605"/>
              </a:spcBef>
              <a:buFont typeface="Arial" panose="020B0604020202020204" pitchFamily="34" charset="0"/>
              <a:buChar char="•"/>
              <a:tabLst>
                <a:tab pos="203200" algn="l"/>
              </a:tabLst>
            </a:pPr>
            <a:r>
              <a:rPr sz="1800" dirty="0">
                <a:solidFill>
                  <a:srgbClr val="300D04"/>
                </a:solidFill>
                <a:latin typeface="Times New Roman" panose="02020603050405020304" pitchFamily="18" charset="0"/>
                <a:cs typeface="Times New Roman" panose="02020603050405020304" pitchFamily="18" charset="0"/>
              </a:rPr>
              <a:t>The</a:t>
            </a:r>
            <a:r>
              <a:rPr sz="1800" spc="-100"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buzzer</a:t>
            </a:r>
            <a:r>
              <a:rPr sz="1800" spc="-4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worked</a:t>
            </a:r>
            <a:r>
              <a:rPr sz="1800" spc="-5" dirty="0">
                <a:solidFill>
                  <a:srgbClr val="300D04"/>
                </a:solidFill>
                <a:latin typeface="Times New Roman" panose="02020603050405020304" pitchFamily="18" charset="0"/>
                <a:cs typeface="Times New Roman" panose="02020603050405020304" pitchFamily="18" charset="0"/>
              </a:rPr>
              <a:t> </a:t>
            </a:r>
            <a:r>
              <a:rPr sz="1800" spc="-45" dirty="0">
                <a:solidFill>
                  <a:srgbClr val="300D04"/>
                </a:solidFill>
                <a:latin typeface="Times New Roman" panose="02020603050405020304" pitchFamily="18" charset="0"/>
                <a:cs typeface="Times New Roman" panose="02020603050405020304" pitchFamily="18" charset="0"/>
              </a:rPr>
              <a:t>correctly</a:t>
            </a:r>
            <a:r>
              <a:rPr sz="1800" spc="-60" dirty="0">
                <a:solidFill>
                  <a:srgbClr val="300D04"/>
                </a:solidFill>
                <a:latin typeface="Times New Roman" panose="02020603050405020304" pitchFamily="18" charset="0"/>
                <a:cs typeface="Times New Roman" panose="02020603050405020304" pitchFamily="18" charset="0"/>
              </a:rPr>
              <a:t> </a:t>
            </a:r>
            <a:r>
              <a:rPr sz="1800" spc="-50" dirty="0">
                <a:solidFill>
                  <a:srgbClr val="300D04"/>
                </a:solidFill>
                <a:latin typeface="Times New Roman" panose="02020603050405020304" pitchFamily="18" charset="0"/>
                <a:cs typeface="Times New Roman" panose="02020603050405020304" pitchFamily="18" charset="0"/>
              </a:rPr>
              <a:t>according</a:t>
            </a:r>
            <a:r>
              <a:rPr sz="1800" spc="-7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to</a:t>
            </a:r>
            <a:r>
              <a:rPr sz="1800" spc="-20" dirty="0">
                <a:solidFill>
                  <a:srgbClr val="300D04"/>
                </a:solidFill>
                <a:latin typeface="Times New Roman" panose="02020603050405020304" pitchFamily="18" charset="0"/>
                <a:cs typeface="Times New Roman" panose="02020603050405020304" pitchFamily="18" charset="0"/>
              </a:rPr>
              <a:t> </a:t>
            </a:r>
            <a:r>
              <a:rPr sz="1800" spc="-65" dirty="0">
                <a:solidFill>
                  <a:srgbClr val="300D04"/>
                </a:solidFill>
                <a:latin typeface="Times New Roman" panose="02020603050405020304" pitchFamily="18" charset="0"/>
                <a:cs typeface="Times New Roman" panose="02020603050405020304" pitchFamily="18" charset="0"/>
              </a:rPr>
              <a:t>value</a:t>
            </a:r>
            <a:r>
              <a:rPr sz="1800" spc="-7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set</a:t>
            </a:r>
            <a:r>
              <a:rPr sz="1800" spc="1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and</a:t>
            </a:r>
            <a:r>
              <a:rPr sz="1800" spc="-5" dirty="0">
                <a:solidFill>
                  <a:srgbClr val="300D04"/>
                </a:solidFill>
                <a:latin typeface="Times New Roman" panose="02020603050405020304" pitchFamily="18" charset="0"/>
                <a:cs typeface="Times New Roman" panose="02020603050405020304" pitchFamily="18" charset="0"/>
              </a:rPr>
              <a:t> </a:t>
            </a:r>
            <a:r>
              <a:rPr sz="1800" spc="-75" dirty="0">
                <a:solidFill>
                  <a:srgbClr val="300D04"/>
                </a:solidFill>
                <a:latin typeface="Times New Roman" panose="02020603050405020304" pitchFamily="18" charset="0"/>
                <a:cs typeface="Times New Roman" panose="02020603050405020304" pitchFamily="18" charset="0"/>
              </a:rPr>
              <a:t>gave</a:t>
            </a:r>
            <a:r>
              <a:rPr sz="1800" spc="-6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an</a:t>
            </a:r>
            <a:r>
              <a:rPr sz="1800" spc="10"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alarm </a:t>
            </a:r>
            <a:r>
              <a:rPr sz="1800" spc="-20" dirty="0">
                <a:solidFill>
                  <a:srgbClr val="300D04"/>
                </a:solidFill>
                <a:latin typeface="Times New Roman" panose="02020603050405020304" pitchFamily="18" charset="0"/>
                <a:cs typeface="Times New Roman" panose="02020603050405020304" pitchFamily="18" charset="0"/>
              </a:rPr>
              <a:t>before</a:t>
            </a:r>
            <a:r>
              <a:rPr sz="1800" spc="-114"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the</a:t>
            </a:r>
            <a:r>
              <a:rPr sz="1800" spc="-90" dirty="0">
                <a:solidFill>
                  <a:srgbClr val="300D04"/>
                </a:solidFill>
                <a:latin typeface="Times New Roman" panose="02020603050405020304" pitchFamily="18" charset="0"/>
                <a:cs typeface="Times New Roman" panose="02020603050405020304" pitchFamily="18" charset="0"/>
              </a:rPr>
              <a:t> </a:t>
            </a:r>
            <a:r>
              <a:rPr sz="1800" spc="-95" dirty="0">
                <a:solidFill>
                  <a:srgbClr val="300D04"/>
                </a:solidFill>
                <a:latin typeface="Times New Roman" panose="02020603050405020304" pitchFamily="18" charset="0"/>
                <a:cs typeface="Times New Roman" panose="02020603050405020304" pitchFamily="18" charset="0"/>
              </a:rPr>
              <a:t>failure</a:t>
            </a:r>
            <a:r>
              <a:rPr sz="1800" spc="-3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of the slope</a:t>
            </a:r>
            <a:r>
              <a:rPr sz="1800" spc="-40"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during</a:t>
            </a:r>
            <a:r>
              <a:rPr sz="1800" spc="-4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our</a:t>
            </a:r>
            <a:r>
              <a:rPr sz="1800" spc="-3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working</a:t>
            </a:r>
            <a:r>
              <a:rPr sz="1800" spc="-1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model</a:t>
            </a:r>
            <a:r>
              <a:rPr sz="1800" spc="-25" dirty="0">
                <a:solidFill>
                  <a:srgbClr val="300D04"/>
                </a:solidFill>
                <a:latin typeface="Times New Roman" panose="02020603050405020304" pitchFamily="18" charset="0"/>
                <a:cs typeface="Times New Roman" panose="02020603050405020304" pitchFamily="18" charset="0"/>
              </a:rPr>
              <a:t> </a:t>
            </a:r>
            <a:r>
              <a:rPr sz="1800" spc="-105" dirty="0">
                <a:solidFill>
                  <a:srgbClr val="300D04"/>
                </a:solidFill>
                <a:latin typeface="Times New Roman" panose="02020603050405020304" pitchFamily="18" charset="0"/>
                <a:cs typeface="Times New Roman" panose="02020603050405020304" pitchFamily="18" charset="0"/>
              </a:rPr>
              <a:t>test.</a:t>
            </a:r>
            <a:r>
              <a:rPr sz="1800" spc="-3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The</a:t>
            </a:r>
            <a:r>
              <a:rPr sz="1800" spc="-20"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given </a:t>
            </a:r>
            <a:r>
              <a:rPr sz="1800" dirty="0">
                <a:solidFill>
                  <a:srgbClr val="300D04"/>
                </a:solidFill>
                <a:latin typeface="Times New Roman" panose="02020603050405020304" pitchFamily="18" charset="0"/>
                <a:cs typeface="Times New Roman" panose="02020603050405020304" pitchFamily="18" charset="0"/>
              </a:rPr>
              <a:t>project</a:t>
            </a:r>
            <a:r>
              <a:rPr sz="1800" spc="20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here</a:t>
            </a:r>
            <a:r>
              <a:rPr sz="1800" spc="18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thus</a:t>
            </a:r>
            <a:r>
              <a:rPr sz="1800" spc="19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helps</a:t>
            </a:r>
            <a:r>
              <a:rPr sz="1800" spc="17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us</a:t>
            </a:r>
            <a:r>
              <a:rPr sz="1800" spc="19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in</a:t>
            </a:r>
            <a:r>
              <a:rPr sz="1800" spc="17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knowing</a:t>
            </a:r>
            <a:r>
              <a:rPr sz="1800" spc="19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the</a:t>
            </a:r>
            <a:r>
              <a:rPr sz="1800" spc="185" dirty="0">
                <a:solidFill>
                  <a:srgbClr val="300D04"/>
                </a:solidFill>
                <a:latin typeface="Times New Roman" panose="02020603050405020304" pitchFamily="18" charset="0"/>
                <a:cs typeface="Times New Roman" panose="02020603050405020304" pitchFamily="18" charset="0"/>
              </a:rPr>
              <a:t> </a:t>
            </a:r>
            <a:r>
              <a:rPr sz="1800" b="1" dirty="0">
                <a:solidFill>
                  <a:srgbClr val="300D04"/>
                </a:solidFill>
                <a:latin typeface="Times New Roman" panose="02020603050405020304" pitchFamily="18" charset="0"/>
                <a:cs typeface="Times New Roman" panose="02020603050405020304" pitchFamily="18" charset="0"/>
              </a:rPr>
              <a:t>landslide</a:t>
            </a:r>
            <a:r>
              <a:rPr sz="1800" b="1" spc="160" dirty="0">
                <a:solidFill>
                  <a:srgbClr val="300D04"/>
                </a:solidFill>
                <a:latin typeface="Times New Roman" panose="02020603050405020304" pitchFamily="18" charset="0"/>
                <a:cs typeface="Times New Roman" panose="02020603050405020304" pitchFamily="18" charset="0"/>
              </a:rPr>
              <a:t> </a:t>
            </a:r>
            <a:r>
              <a:rPr sz="1800" b="1" spc="-25" dirty="0">
                <a:solidFill>
                  <a:srgbClr val="300D04"/>
                </a:solidFill>
                <a:latin typeface="Times New Roman" panose="02020603050405020304" pitchFamily="18" charset="0"/>
                <a:cs typeface="Times New Roman" panose="02020603050405020304" pitchFamily="18" charset="0"/>
              </a:rPr>
              <a:t>possibilities</a:t>
            </a:r>
            <a:r>
              <a:rPr sz="1800" b="1" spc="13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in</a:t>
            </a:r>
            <a:r>
              <a:rPr sz="1800" spc="200" dirty="0">
                <a:solidFill>
                  <a:srgbClr val="300D04"/>
                </a:solidFill>
                <a:latin typeface="Times New Roman" panose="02020603050405020304" pitchFamily="18" charset="0"/>
                <a:cs typeface="Times New Roman" panose="02020603050405020304" pitchFamily="18" charset="0"/>
              </a:rPr>
              <a:t> </a:t>
            </a:r>
            <a:r>
              <a:rPr sz="1800" spc="-50" dirty="0">
                <a:solidFill>
                  <a:srgbClr val="300D04"/>
                </a:solidFill>
                <a:latin typeface="Times New Roman" panose="02020603050405020304" pitchFamily="18" charset="0"/>
                <a:cs typeface="Times New Roman" panose="02020603050405020304" pitchFamily="18" charset="0"/>
              </a:rPr>
              <a:t>a </a:t>
            </a:r>
            <a:r>
              <a:rPr sz="1800" spc="-85" dirty="0">
                <a:solidFill>
                  <a:srgbClr val="300D04"/>
                </a:solidFill>
                <a:latin typeface="Times New Roman" panose="02020603050405020304" pitchFamily="18" charset="0"/>
                <a:cs typeface="Times New Roman" panose="02020603050405020304" pitchFamily="18" charset="0"/>
              </a:rPr>
              <a:t>mountainous</a:t>
            </a:r>
            <a:r>
              <a:rPr sz="1800" spc="-100"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regions.</a:t>
            </a:r>
            <a:endParaRPr sz="1800" dirty="0">
              <a:latin typeface="Times New Roman" panose="02020603050405020304" pitchFamily="18" charset="0"/>
              <a:cs typeface="Times New Roman" panose="02020603050405020304" pitchFamily="18" charset="0"/>
            </a:endParaRPr>
          </a:p>
          <a:p>
            <a:pPr marL="298450" marR="22860" indent="-285750" algn="just">
              <a:lnSpc>
                <a:spcPct val="150000"/>
              </a:lnSpc>
              <a:spcBef>
                <a:spcPts val="605"/>
              </a:spcBef>
              <a:buFont typeface="Arial" panose="020B0604020202020204" pitchFamily="34" charset="0"/>
              <a:buChar char="•"/>
              <a:tabLst>
                <a:tab pos="157480" algn="l"/>
              </a:tabLst>
            </a:pPr>
            <a:r>
              <a:rPr sz="1800" spc="-20" dirty="0">
                <a:solidFill>
                  <a:srgbClr val="300D04"/>
                </a:solidFill>
                <a:latin typeface="Times New Roman" panose="02020603050405020304" pitchFamily="18" charset="0"/>
                <a:cs typeface="Times New Roman" panose="02020603050405020304" pitchFamily="18" charset="0"/>
              </a:rPr>
              <a:t>The</a:t>
            </a:r>
            <a:r>
              <a:rPr sz="1800" spc="-114" dirty="0">
                <a:solidFill>
                  <a:srgbClr val="300D04"/>
                </a:solidFill>
                <a:latin typeface="Times New Roman" panose="02020603050405020304" pitchFamily="18" charset="0"/>
                <a:cs typeface="Times New Roman" panose="02020603050405020304" pitchFamily="18" charset="0"/>
              </a:rPr>
              <a:t> </a:t>
            </a:r>
            <a:r>
              <a:rPr sz="1800" spc="-110" dirty="0">
                <a:solidFill>
                  <a:srgbClr val="300D04"/>
                </a:solidFill>
                <a:latin typeface="Times New Roman" panose="02020603050405020304" pitchFamily="18" charset="0"/>
                <a:cs typeface="Times New Roman" panose="02020603050405020304" pitchFamily="18" charset="0"/>
              </a:rPr>
              <a:t>intention</a:t>
            </a:r>
            <a:r>
              <a:rPr sz="1800" spc="-25" dirty="0">
                <a:solidFill>
                  <a:srgbClr val="300D04"/>
                </a:solidFill>
                <a:latin typeface="Times New Roman" panose="02020603050405020304" pitchFamily="18" charset="0"/>
                <a:cs typeface="Times New Roman" panose="02020603050405020304" pitchFamily="18" charset="0"/>
              </a:rPr>
              <a:t> </a:t>
            </a:r>
            <a:r>
              <a:rPr sz="1800" spc="-60" dirty="0">
                <a:solidFill>
                  <a:srgbClr val="300D04"/>
                </a:solidFill>
                <a:latin typeface="Times New Roman" panose="02020603050405020304" pitchFamily="18" charset="0"/>
                <a:cs typeface="Times New Roman" panose="02020603050405020304" pitchFamily="18" charset="0"/>
              </a:rPr>
              <a:t>of</a:t>
            </a:r>
            <a:r>
              <a:rPr sz="1800" spc="-75" dirty="0">
                <a:solidFill>
                  <a:srgbClr val="300D04"/>
                </a:solidFill>
                <a:latin typeface="Times New Roman" panose="02020603050405020304" pitchFamily="18" charset="0"/>
                <a:cs typeface="Times New Roman" panose="02020603050405020304" pitchFamily="18" charset="0"/>
              </a:rPr>
              <a:t> </a:t>
            </a:r>
            <a:r>
              <a:rPr sz="1800" spc="-95" dirty="0">
                <a:solidFill>
                  <a:srgbClr val="300D04"/>
                </a:solidFill>
                <a:latin typeface="Times New Roman" panose="02020603050405020304" pitchFamily="18" charset="0"/>
                <a:cs typeface="Times New Roman" panose="02020603050405020304" pitchFamily="18" charset="0"/>
              </a:rPr>
              <a:t>this</a:t>
            </a:r>
            <a:r>
              <a:rPr sz="1800" spc="-40" dirty="0">
                <a:solidFill>
                  <a:srgbClr val="300D04"/>
                </a:solidFill>
                <a:latin typeface="Times New Roman" panose="02020603050405020304" pitchFamily="18" charset="0"/>
                <a:cs typeface="Times New Roman" panose="02020603050405020304" pitchFamily="18" charset="0"/>
              </a:rPr>
              <a:t> </a:t>
            </a:r>
            <a:r>
              <a:rPr sz="1800" spc="-125" dirty="0">
                <a:solidFill>
                  <a:srgbClr val="300D04"/>
                </a:solidFill>
                <a:latin typeface="Times New Roman" panose="02020603050405020304" pitchFamily="18" charset="0"/>
                <a:cs typeface="Times New Roman" panose="02020603050405020304" pitchFamily="18" charset="0"/>
              </a:rPr>
              <a:t>project</a:t>
            </a:r>
            <a:r>
              <a:rPr sz="1800" spc="-10"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is</a:t>
            </a:r>
            <a:r>
              <a:rPr sz="1800" spc="-8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to</a:t>
            </a:r>
            <a:r>
              <a:rPr sz="1800" spc="65" dirty="0">
                <a:solidFill>
                  <a:srgbClr val="300D04"/>
                </a:solidFill>
                <a:latin typeface="Times New Roman" panose="02020603050405020304" pitchFamily="18" charset="0"/>
                <a:cs typeface="Times New Roman" panose="02020603050405020304" pitchFamily="18" charset="0"/>
              </a:rPr>
              <a:t> </a:t>
            </a:r>
            <a:r>
              <a:rPr sz="1800" spc="-45" dirty="0">
                <a:solidFill>
                  <a:srgbClr val="300D04"/>
                </a:solidFill>
                <a:latin typeface="Times New Roman" panose="02020603050405020304" pitchFamily="18" charset="0"/>
                <a:cs typeface="Times New Roman" panose="02020603050405020304" pitchFamily="18" charset="0"/>
              </a:rPr>
              <a:t>record</a:t>
            </a:r>
            <a:r>
              <a:rPr sz="1800" spc="-10" dirty="0">
                <a:solidFill>
                  <a:srgbClr val="300D04"/>
                </a:solidFill>
                <a:latin typeface="Times New Roman" panose="02020603050405020304" pitchFamily="18" charset="0"/>
                <a:cs typeface="Times New Roman" panose="02020603050405020304" pitchFamily="18" charset="0"/>
              </a:rPr>
              <a:t> </a:t>
            </a:r>
            <a:r>
              <a:rPr sz="1800" spc="-130" dirty="0">
                <a:solidFill>
                  <a:srgbClr val="300D04"/>
                </a:solidFill>
                <a:latin typeface="Times New Roman" panose="02020603050405020304" pitchFamily="18" charset="0"/>
                <a:cs typeface="Times New Roman" panose="02020603050405020304" pitchFamily="18" charset="0"/>
              </a:rPr>
              <a:t>the</a:t>
            </a:r>
            <a:r>
              <a:rPr sz="1800" dirty="0">
                <a:solidFill>
                  <a:srgbClr val="300D04"/>
                </a:solidFill>
                <a:latin typeface="Times New Roman" panose="02020603050405020304" pitchFamily="18" charset="0"/>
                <a:cs typeface="Times New Roman" panose="02020603050405020304" pitchFamily="18" charset="0"/>
              </a:rPr>
              <a:t> </a:t>
            </a:r>
            <a:r>
              <a:rPr sz="1800" spc="-50" dirty="0">
                <a:solidFill>
                  <a:srgbClr val="300D04"/>
                </a:solidFill>
                <a:latin typeface="Times New Roman" panose="02020603050405020304" pitchFamily="18" charset="0"/>
                <a:cs typeface="Times New Roman" panose="02020603050405020304" pitchFamily="18" charset="0"/>
              </a:rPr>
              <a:t>soil</a:t>
            </a:r>
            <a:r>
              <a:rPr sz="1800" spc="-15" dirty="0">
                <a:solidFill>
                  <a:srgbClr val="300D04"/>
                </a:solidFill>
                <a:latin typeface="Times New Roman" panose="02020603050405020304" pitchFamily="18" charset="0"/>
                <a:cs typeface="Times New Roman" panose="02020603050405020304" pitchFamily="18" charset="0"/>
              </a:rPr>
              <a:t> </a:t>
            </a:r>
            <a:r>
              <a:rPr sz="1800" spc="-90" dirty="0">
                <a:solidFill>
                  <a:srgbClr val="300D04"/>
                </a:solidFill>
                <a:latin typeface="Times New Roman" panose="02020603050405020304" pitchFamily="18" charset="0"/>
                <a:cs typeface="Times New Roman" panose="02020603050405020304" pitchFamily="18" charset="0"/>
              </a:rPr>
              <a:t>moisture</a:t>
            </a:r>
            <a:r>
              <a:rPr sz="1800" spc="-35" dirty="0">
                <a:solidFill>
                  <a:srgbClr val="300D04"/>
                </a:solidFill>
                <a:latin typeface="Times New Roman" panose="02020603050405020304" pitchFamily="18" charset="0"/>
                <a:cs typeface="Times New Roman" panose="02020603050405020304" pitchFamily="18" charset="0"/>
              </a:rPr>
              <a:t> </a:t>
            </a:r>
            <a:r>
              <a:rPr sz="1800" spc="-160" dirty="0">
                <a:solidFill>
                  <a:srgbClr val="300D04"/>
                </a:solidFill>
                <a:latin typeface="Times New Roman" panose="02020603050405020304" pitchFamily="18" charset="0"/>
                <a:cs typeface="Times New Roman" panose="02020603050405020304" pitchFamily="18" charset="0"/>
              </a:rPr>
              <a:t>and</a:t>
            </a:r>
            <a:r>
              <a:rPr sz="1800" spc="30" dirty="0">
                <a:solidFill>
                  <a:srgbClr val="300D04"/>
                </a:solidFill>
                <a:latin typeface="Times New Roman" panose="02020603050405020304" pitchFamily="18" charset="0"/>
                <a:cs typeface="Times New Roman" panose="02020603050405020304" pitchFamily="18" charset="0"/>
              </a:rPr>
              <a:t> </a:t>
            </a:r>
            <a:r>
              <a:rPr sz="1800" spc="-110" dirty="0">
                <a:solidFill>
                  <a:srgbClr val="300D04"/>
                </a:solidFill>
                <a:latin typeface="Times New Roman" panose="02020603050405020304" pitchFamily="18" charset="0"/>
                <a:cs typeface="Times New Roman" panose="02020603050405020304" pitchFamily="18" charset="0"/>
              </a:rPr>
              <a:t>formation</a:t>
            </a:r>
            <a:r>
              <a:rPr sz="1800" spc="-25" dirty="0">
                <a:solidFill>
                  <a:srgbClr val="300D04"/>
                </a:solidFill>
                <a:latin typeface="Times New Roman" panose="02020603050405020304" pitchFamily="18" charset="0"/>
                <a:cs typeface="Times New Roman" panose="02020603050405020304" pitchFamily="18" charset="0"/>
              </a:rPr>
              <a:t> of </a:t>
            </a:r>
            <a:r>
              <a:rPr sz="1800" spc="-85" dirty="0">
                <a:solidFill>
                  <a:srgbClr val="300D04"/>
                </a:solidFill>
                <a:latin typeface="Times New Roman" panose="02020603050405020304" pitchFamily="18" charset="0"/>
                <a:cs typeface="Times New Roman" panose="02020603050405020304" pitchFamily="18" charset="0"/>
              </a:rPr>
              <a:t>cracks</a:t>
            </a:r>
            <a:r>
              <a:rPr sz="1800" spc="-50" dirty="0">
                <a:solidFill>
                  <a:srgbClr val="300D04"/>
                </a:solidFill>
                <a:latin typeface="Times New Roman" panose="02020603050405020304" pitchFamily="18" charset="0"/>
                <a:cs typeface="Times New Roman" panose="02020603050405020304" pitchFamily="18" charset="0"/>
              </a:rPr>
              <a:t> </a:t>
            </a:r>
            <a:r>
              <a:rPr sz="1800" spc="-60" dirty="0">
                <a:solidFill>
                  <a:srgbClr val="300D04"/>
                </a:solidFill>
                <a:latin typeface="Times New Roman" panose="02020603050405020304" pitchFamily="18" charset="0"/>
                <a:cs typeface="Times New Roman" panose="02020603050405020304" pitchFamily="18" charset="0"/>
              </a:rPr>
              <a:t>in</a:t>
            </a:r>
            <a:r>
              <a:rPr sz="1800" spc="-75" dirty="0">
                <a:solidFill>
                  <a:srgbClr val="300D04"/>
                </a:solidFill>
                <a:latin typeface="Times New Roman" panose="02020603050405020304" pitchFamily="18" charset="0"/>
                <a:cs typeface="Times New Roman" panose="02020603050405020304" pitchFamily="18" charset="0"/>
              </a:rPr>
              <a:t> </a:t>
            </a:r>
            <a:r>
              <a:rPr sz="1800" spc="-130" dirty="0">
                <a:solidFill>
                  <a:srgbClr val="300D04"/>
                </a:solidFill>
                <a:latin typeface="Times New Roman" panose="02020603050405020304" pitchFamily="18" charset="0"/>
                <a:cs typeface="Times New Roman" panose="02020603050405020304" pitchFamily="18" charset="0"/>
              </a:rPr>
              <a:t>the</a:t>
            </a:r>
            <a:r>
              <a:rPr sz="1800" spc="-5" dirty="0">
                <a:solidFill>
                  <a:srgbClr val="300D04"/>
                </a:solidFill>
                <a:latin typeface="Times New Roman" panose="02020603050405020304" pitchFamily="18" charset="0"/>
                <a:cs typeface="Times New Roman" panose="02020603050405020304" pitchFamily="18" charset="0"/>
              </a:rPr>
              <a:t> </a:t>
            </a:r>
            <a:r>
              <a:rPr sz="1800" spc="-35" dirty="0">
                <a:solidFill>
                  <a:srgbClr val="300D04"/>
                </a:solidFill>
                <a:latin typeface="Times New Roman" panose="02020603050405020304" pitchFamily="18" charset="0"/>
                <a:cs typeface="Times New Roman" panose="02020603050405020304" pitchFamily="18" charset="0"/>
              </a:rPr>
              <a:t>soil</a:t>
            </a:r>
            <a:r>
              <a:rPr sz="1800" spc="-100" dirty="0">
                <a:solidFill>
                  <a:srgbClr val="300D04"/>
                </a:solidFill>
                <a:latin typeface="Times New Roman" panose="02020603050405020304" pitchFamily="18" charset="0"/>
                <a:cs typeface="Times New Roman" panose="02020603050405020304" pitchFamily="18" charset="0"/>
              </a:rPr>
              <a:t> </a:t>
            </a:r>
            <a:r>
              <a:rPr sz="1800" spc="-105" dirty="0">
                <a:solidFill>
                  <a:srgbClr val="300D04"/>
                </a:solidFill>
                <a:latin typeface="Times New Roman" panose="02020603050405020304" pitchFamily="18" charset="0"/>
                <a:cs typeface="Times New Roman" panose="02020603050405020304" pitchFamily="18" charset="0"/>
              </a:rPr>
              <a:t>stratum</a:t>
            </a:r>
            <a:r>
              <a:rPr sz="1800" spc="-30" dirty="0">
                <a:solidFill>
                  <a:srgbClr val="300D04"/>
                </a:solidFill>
                <a:latin typeface="Times New Roman" panose="02020603050405020304" pitchFamily="18" charset="0"/>
                <a:cs typeface="Times New Roman" panose="02020603050405020304" pitchFamily="18" charset="0"/>
              </a:rPr>
              <a:t> </a:t>
            </a:r>
            <a:r>
              <a:rPr sz="1800" spc="-100" dirty="0">
                <a:solidFill>
                  <a:srgbClr val="300D04"/>
                </a:solidFill>
                <a:latin typeface="Times New Roman" panose="02020603050405020304" pitchFamily="18" charset="0"/>
                <a:cs typeface="Times New Roman" panose="02020603050405020304" pitchFamily="18" charset="0"/>
              </a:rPr>
              <a:t>due</a:t>
            </a:r>
            <a:r>
              <a:rPr sz="1800" spc="-3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to</a:t>
            </a:r>
            <a:r>
              <a:rPr sz="1800" spc="-100" dirty="0">
                <a:solidFill>
                  <a:srgbClr val="300D04"/>
                </a:solidFill>
                <a:latin typeface="Times New Roman" panose="02020603050405020304" pitchFamily="18" charset="0"/>
                <a:cs typeface="Times New Roman" panose="02020603050405020304" pitchFamily="18" charset="0"/>
              </a:rPr>
              <a:t> </a:t>
            </a:r>
            <a:r>
              <a:rPr sz="1800" spc="-35" dirty="0">
                <a:solidFill>
                  <a:srgbClr val="300D04"/>
                </a:solidFill>
                <a:latin typeface="Times New Roman" panose="02020603050405020304" pitchFamily="18" charset="0"/>
                <a:cs typeface="Times New Roman" panose="02020603050405020304" pitchFamily="18" charset="0"/>
              </a:rPr>
              <a:t>soil</a:t>
            </a:r>
            <a:r>
              <a:rPr sz="1800" spc="5" dirty="0">
                <a:solidFill>
                  <a:srgbClr val="300D04"/>
                </a:solidFill>
                <a:latin typeface="Times New Roman" panose="02020603050405020304" pitchFamily="18" charset="0"/>
                <a:cs typeface="Times New Roman" panose="02020603050405020304" pitchFamily="18" charset="0"/>
              </a:rPr>
              <a:t> </a:t>
            </a:r>
            <a:r>
              <a:rPr sz="1800" spc="-125" dirty="0">
                <a:solidFill>
                  <a:srgbClr val="300D04"/>
                </a:solidFill>
                <a:latin typeface="Times New Roman" panose="02020603050405020304" pitchFamily="18" charset="0"/>
                <a:cs typeface="Times New Roman" panose="02020603050405020304" pitchFamily="18" charset="0"/>
              </a:rPr>
              <a:t>movement</a:t>
            </a:r>
            <a:r>
              <a:rPr sz="1800" spc="-10"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which</a:t>
            </a:r>
            <a:r>
              <a:rPr sz="1800" spc="-50"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gives</a:t>
            </a:r>
            <a:r>
              <a:rPr sz="1800" spc="-15" dirty="0">
                <a:solidFill>
                  <a:srgbClr val="300D04"/>
                </a:solidFill>
                <a:latin typeface="Times New Roman" panose="02020603050405020304" pitchFamily="18" charset="0"/>
                <a:cs typeface="Times New Roman" panose="02020603050405020304" pitchFamily="18" charset="0"/>
              </a:rPr>
              <a:t> </a:t>
            </a:r>
            <a:r>
              <a:rPr sz="1800" dirty="0">
                <a:solidFill>
                  <a:srgbClr val="300D04"/>
                </a:solidFill>
                <a:latin typeface="Times New Roman" panose="02020603050405020304" pitchFamily="18" charset="0"/>
                <a:cs typeface="Times New Roman" panose="02020603050405020304" pitchFamily="18" charset="0"/>
              </a:rPr>
              <a:t>us</a:t>
            </a:r>
            <a:r>
              <a:rPr sz="1800" spc="20" dirty="0">
                <a:solidFill>
                  <a:srgbClr val="300D04"/>
                </a:solidFill>
                <a:latin typeface="Times New Roman" panose="02020603050405020304" pitchFamily="18" charset="0"/>
                <a:cs typeface="Times New Roman" panose="02020603050405020304" pitchFamily="18" charset="0"/>
              </a:rPr>
              <a:t> </a:t>
            </a:r>
            <a:r>
              <a:rPr sz="1800" spc="-110" dirty="0">
                <a:solidFill>
                  <a:srgbClr val="300D04"/>
                </a:solidFill>
                <a:latin typeface="Times New Roman" panose="02020603050405020304" pitchFamily="18" charset="0"/>
                <a:cs typeface="Times New Roman" panose="02020603050405020304" pitchFamily="18" charset="0"/>
              </a:rPr>
              <a:t>the</a:t>
            </a:r>
            <a:r>
              <a:rPr sz="1800" spc="-20"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threshold </a:t>
            </a:r>
            <a:r>
              <a:rPr sz="1800" spc="-130" dirty="0">
                <a:solidFill>
                  <a:srgbClr val="300D04"/>
                </a:solidFill>
                <a:latin typeface="Times New Roman" panose="02020603050405020304" pitchFamily="18" charset="0"/>
                <a:cs typeface="Times New Roman" panose="02020603050405020304" pitchFamily="18" charset="0"/>
              </a:rPr>
              <a:t>value</a:t>
            </a:r>
            <a:r>
              <a:rPr sz="1800" spc="-110" dirty="0">
                <a:solidFill>
                  <a:srgbClr val="300D04"/>
                </a:solidFill>
                <a:latin typeface="Times New Roman" panose="02020603050405020304" pitchFamily="18" charset="0"/>
                <a:cs typeface="Times New Roman" panose="02020603050405020304" pitchFamily="18" charset="0"/>
              </a:rPr>
              <a:t> </a:t>
            </a:r>
            <a:r>
              <a:rPr sz="1800" spc="-85" dirty="0">
                <a:solidFill>
                  <a:srgbClr val="300D04"/>
                </a:solidFill>
                <a:latin typeface="Times New Roman" panose="02020603050405020304" pitchFamily="18" charset="0"/>
                <a:cs typeface="Times New Roman" panose="02020603050405020304" pitchFamily="18" charset="0"/>
              </a:rPr>
              <a:t>which </a:t>
            </a:r>
            <a:r>
              <a:rPr sz="1800" spc="-114" dirty="0">
                <a:solidFill>
                  <a:srgbClr val="300D04"/>
                </a:solidFill>
                <a:latin typeface="Times New Roman" panose="02020603050405020304" pitchFamily="18" charset="0"/>
                <a:cs typeface="Times New Roman" panose="02020603050405020304" pitchFamily="18" charset="0"/>
              </a:rPr>
              <a:t>can</a:t>
            </a:r>
            <a:r>
              <a:rPr sz="1800" spc="-140" dirty="0">
                <a:solidFill>
                  <a:srgbClr val="300D04"/>
                </a:solidFill>
                <a:latin typeface="Times New Roman" panose="02020603050405020304" pitchFamily="18" charset="0"/>
                <a:cs typeface="Times New Roman" panose="02020603050405020304" pitchFamily="18" charset="0"/>
              </a:rPr>
              <a:t> </a:t>
            </a:r>
            <a:r>
              <a:rPr sz="1800" spc="-75" dirty="0">
                <a:solidFill>
                  <a:srgbClr val="300D04"/>
                </a:solidFill>
                <a:latin typeface="Times New Roman" panose="02020603050405020304" pitchFamily="18" charset="0"/>
                <a:cs typeface="Times New Roman" panose="02020603050405020304" pitchFamily="18" charset="0"/>
              </a:rPr>
              <a:t>be</a:t>
            </a:r>
            <a:r>
              <a:rPr sz="1800" spc="-140" dirty="0">
                <a:solidFill>
                  <a:srgbClr val="300D04"/>
                </a:solidFill>
                <a:latin typeface="Times New Roman" panose="02020603050405020304" pitchFamily="18" charset="0"/>
                <a:cs typeface="Times New Roman" panose="02020603050405020304" pitchFamily="18" charset="0"/>
              </a:rPr>
              <a:t> </a:t>
            </a:r>
            <a:r>
              <a:rPr sz="1800" spc="-85" dirty="0">
                <a:solidFill>
                  <a:srgbClr val="300D04"/>
                </a:solidFill>
                <a:latin typeface="Times New Roman" panose="02020603050405020304" pitchFamily="18" charset="0"/>
                <a:cs typeface="Times New Roman" panose="02020603050405020304" pitchFamily="18" charset="0"/>
              </a:rPr>
              <a:t>used</a:t>
            </a:r>
            <a:r>
              <a:rPr sz="1800" spc="-55"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as</a:t>
            </a:r>
            <a:r>
              <a:rPr sz="1800" spc="-125" dirty="0">
                <a:solidFill>
                  <a:srgbClr val="300D04"/>
                </a:solidFill>
                <a:latin typeface="Times New Roman" panose="02020603050405020304" pitchFamily="18" charset="0"/>
                <a:cs typeface="Times New Roman" panose="02020603050405020304" pitchFamily="18" charset="0"/>
              </a:rPr>
              <a:t> </a:t>
            </a:r>
            <a:r>
              <a:rPr sz="1800" spc="-95" dirty="0">
                <a:solidFill>
                  <a:srgbClr val="300D04"/>
                </a:solidFill>
                <a:latin typeface="Times New Roman" panose="02020603050405020304" pitchFamily="18" charset="0"/>
                <a:cs typeface="Times New Roman" panose="02020603050405020304" pitchFamily="18" charset="0"/>
              </a:rPr>
              <a:t>an</a:t>
            </a:r>
            <a:r>
              <a:rPr sz="1800" spc="-140" dirty="0">
                <a:solidFill>
                  <a:srgbClr val="300D04"/>
                </a:solidFill>
                <a:latin typeface="Times New Roman" panose="02020603050405020304" pitchFamily="18" charset="0"/>
                <a:cs typeface="Times New Roman" panose="02020603050405020304" pitchFamily="18" charset="0"/>
              </a:rPr>
              <a:t> </a:t>
            </a:r>
            <a:r>
              <a:rPr sz="1800" b="1" spc="-114" dirty="0">
                <a:solidFill>
                  <a:srgbClr val="300D04"/>
                </a:solidFill>
                <a:latin typeface="Times New Roman" panose="02020603050405020304" pitchFamily="18" charset="0"/>
                <a:cs typeface="Times New Roman" panose="02020603050405020304" pitchFamily="18" charset="0"/>
              </a:rPr>
              <a:t>early</a:t>
            </a:r>
            <a:r>
              <a:rPr sz="1800" b="1" spc="-135" dirty="0">
                <a:solidFill>
                  <a:srgbClr val="300D04"/>
                </a:solidFill>
                <a:latin typeface="Times New Roman" panose="02020603050405020304" pitchFamily="18" charset="0"/>
                <a:cs typeface="Times New Roman" panose="02020603050405020304" pitchFamily="18" charset="0"/>
              </a:rPr>
              <a:t> </a:t>
            </a:r>
            <a:r>
              <a:rPr sz="1800" b="1" spc="-100" dirty="0">
                <a:solidFill>
                  <a:srgbClr val="300D04"/>
                </a:solidFill>
                <a:latin typeface="Times New Roman" panose="02020603050405020304" pitchFamily="18" charset="0"/>
                <a:cs typeface="Times New Roman" panose="02020603050405020304" pitchFamily="18" charset="0"/>
              </a:rPr>
              <a:t>warning</a:t>
            </a:r>
            <a:r>
              <a:rPr sz="1800" b="1" spc="-50" dirty="0">
                <a:solidFill>
                  <a:srgbClr val="300D04"/>
                </a:solidFill>
                <a:latin typeface="Times New Roman" panose="02020603050405020304" pitchFamily="18" charset="0"/>
                <a:cs typeface="Times New Roman" panose="02020603050405020304" pitchFamily="18" charset="0"/>
              </a:rPr>
              <a:t> </a:t>
            </a:r>
            <a:r>
              <a:rPr sz="1800" b="1" spc="-55" dirty="0">
                <a:solidFill>
                  <a:srgbClr val="300D04"/>
                </a:solidFill>
                <a:latin typeface="Times New Roman" panose="02020603050405020304" pitchFamily="18" charset="0"/>
                <a:cs typeface="Times New Roman" panose="02020603050405020304" pitchFamily="18" charset="0"/>
              </a:rPr>
              <a:t>for</a:t>
            </a:r>
            <a:r>
              <a:rPr sz="1800" b="1" spc="-90" dirty="0">
                <a:solidFill>
                  <a:srgbClr val="300D04"/>
                </a:solidFill>
                <a:latin typeface="Times New Roman" panose="02020603050405020304" pitchFamily="18" charset="0"/>
                <a:cs typeface="Times New Roman" panose="02020603050405020304" pitchFamily="18" charset="0"/>
              </a:rPr>
              <a:t> </a:t>
            </a:r>
            <a:r>
              <a:rPr sz="1800" b="1" spc="-10" dirty="0">
                <a:solidFill>
                  <a:srgbClr val="300D04"/>
                </a:solidFill>
                <a:latin typeface="Times New Roman" panose="02020603050405020304" pitchFamily="18" charset="0"/>
                <a:cs typeface="Times New Roman" panose="02020603050405020304" pitchFamily="18" charset="0"/>
              </a:rPr>
              <a:t>landslides</a:t>
            </a:r>
            <a:r>
              <a:rPr sz="1800" spc="-10" dirty="0">
                <a:solidFill>
                  <a:srgbClr val="300D04"/>
                </a:solidFill>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298450" marR="16510" indent="-285750" algn="just">
              <a:lnSpc>
                <a:spcPct val="150000"/>
              </a:lnSpc>
              <a:spcBef>
                <a:spcPts val="605"/>
              </a:spcBef>
              <a:buFont typeface="Arial" panose="020B0604020202020204" pitchFamily="34" charset="0"/>
              <a:buChar char="•"/>
              <a:tabLst>
                <a:tab pos="154940" algn="l"/>
              </a:tabLst>
            </a:pPr>
            <a:r>
              <a:rPr sz="1800" spc="-60" dirty="0">
                <a:solidFill>
                  <a:srgbClr val="300D04"/>
                </a:solidFill>
                <a:latin typeface="Times New Roman" panose="02020603050405020304" pitchFamily="18" charset="0"/>
                <a:cs typeface="Times New Roman" panose="02020603050405020304" pitchFamily="18" charset="0"/>
              </a:rPr>
              <a:t>From</a:t>
            </a:r>
            <a:r>
              <a:rPr sz="1800" spc="70"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all</a:t>
            </a:r>
            <a:r>
              <a:rPr sz="1800" spc="-45" dirty="0">
                <a:solidFill>
                  <a:srgbClr val="300D04"/>
                </a:solidFill>
                <a:latin typeface="Times New Roman" panose="02020603050405020304" pitchFamily="18" charset="0"/>
                <a:cs typeface="Times New Roman" panose="02020603050405020304" pitchFamily="18" charset="0"/>
              </a:rPr>
              <a:t> </a:t>
            </a:r>
            <a:r>
              <a:rPr sz="1800" spc="-85" dirty="0">
                <a:solidFill>
                  <a:srgbClr val="300D04"/>
                </a:solidFill>
                <a:latin typeface="Times New Roman" panose="02020603050405020304" pitchFamily="18" charset="0"/>
                <a:cs typeface="Times New Roman" panose="02020603050405020304" pitchFamily="18" charset="0"/>
              </a:rPr>
              <a:t>the</a:t>
            </a:r>
            <a:r>
              <a:rPr sz="1800" spc="35" dirty="0">
                <a:solidFill>
                  <a:srgbClr val="300D04"/>
                </a:solidFill>
                <a:latin typeface="Times New Roman" panose="02020603050405020304" pitchFamily="18" charset="0"/>
                <a:cs typeface="Times New Roman" panose="02020603050405020304" pitchFamily="18" charset="0"/>
              </a:rPr>
              <a:t> </a:t>
            </a:r>
            <a:r>
              <a:rPr sz="1800" spc="-95" dirty="0">
                <a:solidFill>
                  <a:srgbClr val="300D04"/>
                </a:solidFill>
                <a:latin typeface="Times New Roman" panose="02020603050405020304" pitchFamily="18" charset="0"/>
                <a:cs typeface="Times New Roman" panose="02020603050405020304" pitchFamily="18" charset="0"/>
              </a:rPr>
              <a:t>journals</a:t>
            </a:r>
            <a:r>
              <a:rPr sz="1800" spc="50" dirty="0">
                <a:solidFill>
                  <a:srgbClr val="300D04"/>
                </a:solidFill>
                <a:latin typeface="Times New Roman" panose="02020603050405020304" pitchFamily="18" charset="0"/>
                <a:cs typeface="Times New Roman" panose="02020603050405020304" pitchFamily="18" charset="0"/>
              </a:rPr>
              <a:t> </a:t>
            </a:r>
            <a:r>
              <a:rPr sz="1800" spc="-75" dirty="0">
                <a:solidFill>
                  <a:srgbClr val="300D04"/>
                </a:solidFill>
                <a:latin typeface="Times New Roman" panose="02020603050405020304" pitchFamily="18" charset="0"/>
                <a:cs typeface="Times New Roman" panose="02020603050405020304" pitchFamily="18" charset="0"/>
              </a:rPr>
              <a:t>we</a:t>
            </a:r>
            <a:r>
              <a:rPr sz="1800" spc="10" dirty="0">
                <a:solidFill>
                  <a:srgbClr val="300D04"/>
                </a:solidFill>
                <a:latin typeface="Times New Roman" panose="02020603050405020304" pitchFamily="18" charset="0"/>
                <a:cs typeface="Times New Roman" panose="02020603050405020304" pitchFamily="18" charset="0"/>
              </a:rPr>
              <a:t> </a:t>
            </a:r>
            <a:r>
              <a:rPr sz="1800" spc="-120" dirty="0">
                <a:solidFill>
                  <a:srgbClr val="300D04"/>
                </a:solidFill>
                <a:latin typeface="Times New Roman" panose="02020603050405020304" pitchFamily="18" charset="0"/>
                <a:cs typeface="Times New Roman" panose="02020603050405020304" pitchFamily="18" charset="0"/>
              </a:rPr>
              <a:t>referred,</a:t>
            </a:r>
            <a:r>
              <a:rPr sz="1800" spc="20" dirty="0">
                <a:solidFill>
                  <a:srgbClr val="300D04"/>
                </a:solidFill>
                <a:latin typeface="Times New Roman" panose="02020603050405020304" pitchFamily="18" charset="0"/>
                <a:cs typeface="Times New Roman" panose="02020603050405020304" pitchFamily="18" charset="0"/>
              </a:rPr>
              <a:t> </a:t>
            </a:r>
            <a:r>
              <a:rPr sz="1800" spc="-75" dirty="0">
                <a:solidFill>
                  <a:srgbClr val="300D04"/>
                </a:solidFill>
                <a:latin typeface="Times New Roman" panose="02020603050405020304" pitchFamily="18" charset="0"/>
                <a:cs typeface="Times New Roman" panose="02020603050405020304" pitchFamily="18" charset="0"/>
              </a:rPr>
              <a:t>we</a:t>
            </a:r>
            <a:r>
              <a:rPr sz="1800" spc="10" dirty="0">
                <a:solidFill>
                  <a:srgbClr val="300D04"/>
                </a:solidFill>
                <a:latin typeface="Times New Roman" panose="02020603050405020304" pitchFamily="18" charset="0"/>
                <a:cs typeface="Times New Roman" panose="02020603050405020304" pitchFamily="18" charset="0"/>
              </a:rPr>
              <a:t> </a:t>
            </a:r>
            <a:r>
              <a:rPr sz="1800" spc="-135" dirty="0">
                <a:solidFill>
                  <a:srgbClr val="300D04"/>
                </a:solidFill>
                <a:latin typeface="Times New Roman" panose="02020603050405020304" pitchFamily="18" charset="0"/>
                <a:cs typeface="Times New Roman" panose="02020603050405020304" pitchFamily="18" charset="0"/>
              </a:rPr>
              <a:t>have</a:t>
            </a:r>
            <a:r>
              <a:rPr sz="1800" spc="-15"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come</a:t>
            </a:r>
            <a:r>
              <a:rPr sz="1800" spc="60" dirty="0">
                <a:solidFill>
                  <a:srgbClr val="300D04"/>
                </a:solidFill>
                <a:latin typeface="Times New Roman" panose="02020603050405020304" pitchFamily="18" charset="0"/>
                <a:cs typeface="Times New Roman" panose="02020603050405020304" pitchFamily="18" charset="0"/>
              </a:rPr>
              <a:t> </a:t>
            </a:r>
            <a:r>
              <a:rPr sz="1800" spc="-45" dirty="0">
                <a:solidFill>
                  <a:srgbClr val="300D04"/>
                </a:solidFill>
                <a:latin typeface="Times New Roman" panose="02020603050405020304" pitchFamily="18" charset="0"/>
                <a:cs typeface="Times New Roman" panose="02020603050405020304" pitchFamily="18" charset="0"/>
              </a:rPr>
              <a:t>t</a:t>
            </a:r>
            <a:r>
              <a:rPr sz="1800" dirty="0">
                <a:solidFill>
                  <a:srgbClr val="300D04"/>
                </a:solidFill>
                <a:latin typeface="Times New Roman" panose="02020603050405020304" pitchFamily="18" charset="0"/>
                <a:cs typeface="Times New Roman" panose="02020603050405020304" pitchFamily="18" charset="0"/>
              </a:rPr>
              <a:t>o</a:t>
            </a:r>
            <a:r>
              <a:rPr sz="1800" spc="95"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a</a:t>
            </a:r>
            <a:r>
              <a:rPr sz="1800" spc="-50"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conclusion</a:t>
            </a:r>
            <a:r>
              <a:rPr sz="1800" spc="60" dirty="0">
                <a:solidFill>
                  <a:srgbClr val="300D04"/>
                </a:solidFill>
                <a:latin typeface="Times New Roman" panose="02020603050405020304" pitchFamily="18" charset="0"/>
                <a:cs typeface="Times New Roman" panose="02020603050405020304" pitchFamily="18" charset="0"/>
              </a:rPr>
              <a:t> </a:t>
            </a:r>
            <a:r>
              <a:rPr sz="1800" spc="-100" dirty="0">
                <a:solidFill>
                  <a:srgbClr val="300D04"/>
                </a:solidFill>
                <a:latin typeface="Times New Roman" panose="02020603050405020304" pitchFamily="18" charset="0"/>
                <a:cs typeface="Times New Roman" panose="02020603050405020304" pitchFamily="18" charset="0"/>
              </a:rPr>
              <a:t>that</a:t>
            </a:r>
            <a:r>
              <a:rPr sz="1800" spc="-15" dirty="0">
                <a:solidFill>
                  <a:srgbClr val="300D04"/>
                </a:solidFill>
                <a:latin typeface="Times New Roman" panose="02020603050405020304" pitchFamily="18" charset="0"/>
                <a:cs typeface="Times New Roman" panose="02020603050405020304" pitchFamily="18" charset="0"/>
              </a:rPr>
              <a:t> </a:t>
            </a:r>
            <a:r>
              <a:rPr sz="1800" spc="-85" dirty="0">
                <a:solidFill>
                  <a:srgbClr val="300D04"/>
                </a:solidFill>
                <a:latin typeface="Times New Roman" panose="02020603050405020304" pitchFamily="18" charset="0"/>
                <a:cs typeface="Times New Roman" panose="02020603050405020304" pitchFamily="18" charset="0"/>
              </a:rPr>
              <a:t>the</a:t>
            </a:r>
            <a:r>
              <a:rPr sz="1800" spc="-10" dirty="0">
                <a:solidFill>
                  <a:srgbClr val="300D04"/>
                </a:solidFill>
                <a:latin typeface="Times New Roman" panose="02020603050405020304" pitchFamily="18" charset="0"/>
                <a:cs typeface="Times New Roman" panose="02020603050405020304" pitchFamily="18" charset="0"/>
              </a:rPr>
              <a:t> </a:t>
            </a:r>
            <a:r>
              <a:rPr sz="1800" spc="-100" dirty="0">
                <a:solidFill>
                  <a:srgbClr val="300D04"/>
                </a:solidFill>
                <a:latin typeface="Times New Roman" panose="02020603050405020304" pitchFamily="18" charset="0"/>
                <a:cs typeface="Times New Roman" panose="02020603050405020304" pitchFamily="18" charset="0"/>
              </a:rPr>
              <a:t>combination</a:t>
            </a:r>
            <a:r>
              <a:rPr sz="1800" spc="345" dirty="0">
                <a:solidFill>
                  <a:srgbClr val="300D04"/>
                </a:solidFill>
                <a:latin typeface="Times New Roman" panose="02020603050405020304" pitchFamily="18" charset="0"/>
                <a:cs typeface="Times New Roman" panose="02020603050405020304" pitchFamily="18" charset="0"/>
              </a:rPr>
              <a:t> </a:t>
            </a:r>
            <a:r>
              <a:rPr sz="1800" spc="-105" dirty="0">
                <a:solidFill>
                  <a:srgbClr val="300D04"/>
                </a:solidFill>
                <a:latin typeface="Times New Roman" panose="02020603050405020304" pitchFamily="18" charset="0"/>
                <a:cs typeface="Times New Roman" panose="02020603050405020304" pitchFamily="18" charset="0"/>
              </a:rPr>
              <a:t>o</a:t>
            </a:r>
            <a:r>
              <a:rPr sz="1800" dirty="0">
                <a:solidFill>
                  <a:srgbClr val="300D04"/>
                </a:solidFill>
                <a:latin typeface="Times New Roman" panose="02020603050405020304" pitchFamily="18" charset="0"/>
                <a:cs typeface="Times New Roman" panose="02020603050405020304" pitchFamily="18" charset="0"/>
              </a:rPr>
              <a:t>f</a:t>
            </a:r>
            <a:r>
              <a:rPr sz="1800" spc="340" dirty="0">
                <a:solidFill>
                  <a:srgbClr val="300D04"/>
                </a:solidFill>
                <a:latin typeface="Times New Roman" panose="02020603050405020304" pitchFamily="18" charset="0"/>
                <a:cs typeface="Times New Roman" panose="02020603050405020304" pitchFamily="18" charset="0"/>
              </a:rPr>
              <a:t> </a:t>
            </a:r>
            <a:r>
              <a:rPr sz="1800" b="1" spc="-100" dirty="0">
                <a:solidFill>
                  <a:srgbClr val="300D04"/>
                </a:solidFill>
                <a:latin typeface="Times New Roman" panose="02020603050405020304" pitchFamily="18" charset="0"/>
                <a:cs typeface="Times New Roman" panose="02020603050405020304" pitchFamily="18" charset="0"/>
              </a:rPr>
              <a:t>accelerometer</a:t>
            </a:r>
            <a:r>
              <a:rPr sz="1800" b="1" spc="310" dirty="0">
                <a:solidFill>
                  <a:srgbClr val="300D04"/>
                </a:solidFill>
                <a:latin typeface="Times New Roman" panose="02020603050405020304" pitchFamily="18" charset="0"/>
                <a:cs typeface="Times New Roman" panose="02020603050405020304" pitchFamily="18" charset="0"/>
              </a:rPr>
              <a:t> </a:t>
            </a:r>
            <a:r>
              <a:rPr sz="1800" b="1" spc="-105" dirty="0">
                <a:solidFill>
                  <a:srgbClr val="300D04"/>
                </a:solidFill>
                <a:latin typeface="Times New Roman" panose="02020603050405020304" pitchFamily="18" charset="0"/>
                <a:cs typeface="Times New Roman" panose="02020603050405020304" pitchFamily="18" charset="0"/>
              </a:rPr>
              <a:t>and</a:t>
            </a:r>
            <a:r>
              <a:rPr sz="1800" b="1" spc="295" dirty="0">
                <a:solidFill>
                  <a:srgbClr val="300D04"/>
                </a:solidFill>
                <a:latin typeface="Times New Roman" panose="02020603050405020304" pitchFamily="18" charset="0"/>
                <a:cs typeface="Times New Roman" panose="02020603050405020304" pitchFamily="18" charset="0"/>
              </a:rPr>
              <a:t> </a:t>
            </a:r>
            <a:r>
              <a:rPr sz="1800" b="1" spc="-65" dirty="0">
                <a:solidFill>
                  <a:srgbClr val="300D04"/>
                </a:solidFill>
                <a:latin typeface="Times New Roman" panose="02020603050405020304" pitchFamily="18" charset="0"/>
                <a:cs typeface="Times New Roman" panose="02020603050405020304" pitchFamily="18" charset="0"/>
              </a:rPr>
              <a:t>soil</a:t>
            </a:r>
            <a:r>
              <a:rPr sz="1800" b="1" spc="355" dirty="0">
                <a:solidFill>
                  <a:srgbClr val="300D04"/>
                </a:solidFill>
                <a:latin typeface="Times New Roman" panose="02020603050405020304" pitchFamily="18" charset="0"/>
                <a:cs typeface="Times New Roman" panose="02020603050405020304" pitchFamily="18" charset="0"/>
              </a:rPr>
              <a:t> </a:t>
            </a:r>
            <a:r>
              <a:rPr sz="1800" b="1" spc="-80" dirty="0">
                <a:solidFill>
                  <a:srgbClr val="300D04"/>
                </a:solidFill>
                <a:latin typeface="Times New Roman" panose="02020603050405020304" pitchFamily="18" charset="0"/>
                <a:cs typeface="Times New Roman" panose="02020603050405020304" pitchFamily="18" charset="0"/>
              </a:rPr>
              <a:t>moisture</a:t>
            </a:r>
            <a:r>
              <a:rPr sz="1800" b="1" spc="360" dirty="0">
                <a:solidFill>
                  <a:srgbClr val="300D04"/>
                </a:solidFill>
                <a:latin typeface="Times New Roman" panose="02020603050405020304" pitchFamily="18" charset="0"/>
                <a:cs typeface="Times New Roman" panose="02020603050405020304" pitchFamily="18" charset="0"/>
              </a:rPr>
              <a:t> </a:t>
            </a:r>
            <a:r>
              <a:rPr sz="1800" b="1" spc="-50" dirty="0">
                <a:solidFill>
                  <a:srgbClr val="300D04"/>
                </a:solidFill>
                <a:latin typeface="Times New Roman" panose="02020603050405020304" pitchFamily="18" charset="0"/>
                <a:cs typeface="Times New Roman" panose="02020603050405020304" pitchFamily="18" charset="0"/>
              </a:rPr>
              <a:t>sensor</a:t>
            </a:r>
            <a:r>
              <a:rPr sz="1800" spc="355" dirty="0">
                <a:solidFill>
                  <a:srgbClr val="300D04"/>
                </a:solidFill>
                <a:latin typeface="Times New Roman" panose="02020603050405020304" pitchFamily="18" charset="0"/>
                <a:cs typeface="Times New Roman" panose="02020603050405020304" pitchFamily="18" charset="0"/>
              </a:rPr>
              <a:t> </a:t>
            </a:r>
            <a:r>
              <a:rPr sz="1800" spc="-90" dirty="0">
                <a:solidFill>
                  <a:srgbClr val="300D04"/>
                </a:solidFill>
                <a:latin typeface="Times New Roman" panose="02020603050405020304" pitchFamily="18" charset="0"/>
                <a:cs typeface="Times New Roman" panose="02020603050405020304" pitchFamily="18" charset="0"/>
              </a:rPr>
              <a:t>along</a:t>
            </a:r>
            <a:r>
              <a:rPr sz="1800" spc="290"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with</a:t>
            </a:r>
            <a:r>
              <a:rPr sz="1800" spc="340" dirty="0">
                <a:solidFill>
                  <a:srgbClr val="300D04"/>
                </a:solidFill>
                <a:latin typeface="Times New Roman" panose="02020603050405020304" pitchFamily="18" charset="0"/>
                <a:cs typeface="Times New Roman" panose="02020603050405020304" pitchFamily="18" charset="0"/>
              </a:rPr>
              <a:t> </a:t>
            </a:r>
            <a:r>
              <a:rPr sz="1800" spc="-65" dirty="0">
                <a:solidFill>
                  <a:srgbClr val="300D04"/>
                </a:solidFill>
                <a:latin typeface="Times New Roman" panose="02020603050405020304" pitchFamily="18" charset="0"/>
                <a:cs typeface="Times New Roman" panose="02020603050405020304" pitchFamily="18" charset="0"/>
              </a:rPr>
              <a:t>other</a:t>
            </a:r>
            <a:r>
              <a:rPr sz="1800" dirty="0">
                <a:solidFill>
                  <a:srgbClr val="300D04"/>
                </a:solidFill>
                <a:latin typeface="Times New Roman" panose="02020603050405020304" pitchFamily="18" charset="0"/>
                <a:cs typeface="Times New Roman" panose="02020603050405020304" pitchFamily="18" charset="0"/>
              </a:rPr>
              <a:t> </a:t>
            </a:r>
            <a:r>
              <a:rPr sz="1800" spc="-55" dirty="0">
                <a:solidFill>
                  <a:srgbClr val="300D04"/>
                </a:solidFill>
                <a:latin typeface="Times New Roman" panose="02020603050405020304" pitchFamily="18" charset="0"/>
                <a:cs typeface="Times New Roman" panose="02020603050405020304" pitchFamily="18" charset="0"/>
              </a:rPr>
              <a:t>sensors</a:t>
            </a:r>
            <a:r>
              <a:rPr sz="1800" dirty="0">
                <a:solidFill>
                  <a:srgbClr val="300D04"/>
                </a:solidFill>
                <a:latin typeface="Times New Roman" panose="02020603050405020304" pitchFamily="18" charset="0"/>
                <a:cs typeface="Times New Roman" panose="02020603050405020304" pitchFamily="18" charset="0"/>
              </a:rPr>
              <a:t> </a:t>
            </a:r>
            <a:r>
              <a:rPr sz="1800" spc="-70" dirty="0">
                <a:solidFill>
                  <a:srgbClr val="300D04"/>
                </a:solidFill>
                <a:latin typeface="Times New Roman" panose="02020603050405020304" pitchFamily="18" charset="0"/>
                <a:cs typeface="Times New Roman" panose="02020603050405020304" pitchFamily="18" charset="0"/>
              </a:rPr>
              <a:t>could</a:t>
            </a:r>
            <a:r>
              <a:rPr sz="1800" spc="-30"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be</a:t>
            </a:r>
            <a:r>
              <a:rPr sz="1800" spc="-60"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used</a:t>
            </a:r>
            <a:r>
              <a:rPr sz="1800" spc="-35" dirty="0">
                <a:solidFill>
                  <a:srgbClr val="300D04"/>
                </a:solidFill>
                <a:latin typeface="Times New Roman" panose="02020603050405020304" pitchFamily="18" charset="0"/>
                <a:cs typeface="Times New Roman" panose="02020603050405020304" pitchFamily="18" charset="0"/>
              </a:rPr>
              <a:t> </a:t>
            </a:r>
            <a:r>
              <a:rPr sz="1800" spc="-65" dirty="0">
                <a:solidFill>
                  <a:srgbClr val="300D04"/>
                </a:solidFill>
                <a:latin typeface="Times New Roman" panose="02020603050405020304" pitchFamily="18" charset="0"/>
                <a:cs typeface="Times New Roman" panose="02020603050405020304" pitchFamily="18" charset="0"/>
              </a:rPr>
              <a:t>in </a:t>
            </a:r>
            <a:r>
              <a:rPr sz="1800" spc="-85" dirty="0">
                <a:solidFill>
                  <a:srgbClr val="300D04"/>
                </a:solidFill>
                <a:latin typeface="Times New Roman" panose="02020603050405020304" pitchFamily="18" charset="0"/>
                <a:cs typeface="Times New Roman" panose="02020603050405020304" pitchFamily="18" charset="0"/>
              </a:rPr>
              <a:t>the </a:t>
            </a:r>
            <a:r>
              <a:rPr sz="1800" spc="-70" dirty="0">
                <a:solidFill>
                  <a:srgbClr val="300D04"/>
                </a:solidFill>
                <a:latin typeface="Times New Roman" panose="02020603050405020304" pitchFamily="18" charset="0"/>
                <a:cs typeface="Times New Roman" panose="02020603050405020304" pitchFamily="18" charset="0"/>
              </a:rPr>
              <a:t>process</a:t>
            </a:r>
            <a:r>
              <a:rPr sz="1800" spc="-20" dirty="0">
                <a:solidFill>
                  <a:srgbClr val="300D04"/>
                </a:solidFill>
                <a:latin typeface="Times New Roman" panose="02020603050405020304" pitchFamily="18" charset="0"/>
                <a:cs typeface="Times New Roman" panose="02020603050405020304" pitchFamily="18" charset="0"/>
              </a:rPr>
              <a:t> </a:t>
            </a:r>
            <a:r>
              <a:rPr sz="1800" spc="-105" dirty="0">
                <a:solidFill>
                  <a:srgbClr val="300D04"/>
                </a:solidFill>
                <a:latin typeface="Times New Roman" panose="02020603050405020304" pitchFamily="18" charset="0"/>
                <a:cs typeface="Times New Roman" panose="02020603050405020304" pitchFamily="18" charset="0"/>
              </a:rPr>
              <a:t>o</a:t>
            </a:r>
            <a:r>
              <a:rPr sz="1800" dirty="0">
                <a:solidFill>
                  <a:srgbClr val="300D04"/>
                </a:solidFill>
                <a:latin typeface="Times New Roman" panose="02020603050405020304" pitchFamily="18" charset="0"/>
                <a:cs typeface="Times New Roman" panose="02020603050405020304" pitchFamily="18" charset="0"/>
              </a:rPr>
              <a:t>f</a:t>
            </a:r>
            <a:r>
              <a:rPr sz="1800" spc="-60" dirty="0">
                <a:solidFill>
                  <a:srgbClr val="300D04"/>
                </a:solidFill>
                <a:latin typeface="Times New Roman" panose="02020603050405020304" pitchFamily="18" charset="0"/>
                <a:cs typeface="Times New Roman" panose="02020603050405020304" pitchFamily="18" charset="0"/>
              </a:rPr>
              <a:t> </a:t>
            </a:r>
            <a:r>
              <a:rPr sz="1800" spc="-110" dirty="0">
                <a:solidFill>
                  <a:srgbClr val="300D04"/>
                </a:solidFill>
                <a:latin typeface="Times New Roman" panose="02020603050405020304" pitchFamily="18" charset="0"/>
                <a:cs typeface="Times New Roman" panose="02020603050405020304" pitchFamily="18" charset="0"/>
              </a:rPr>
              <a:t>determining</a:t>
            </a:r>
            <a:r>
              <a:rPr sz="1800" spc="-65" dirty="0">
                <a:solidFill>
                  <a:srgbClr val="300D04"/>
                </a:solidFill>
                <a:latin typeface="Times New Roman" panose="02020603050405020304" pitchFamily="18" charset="0"/>
                <a:cs typeface="Times New Roman" panose="02020603050405020304" pitchFamily="18" charset="0"/>
              </a:rPr>
              <a:t> </a:t>
            </a:r>
            <a:r>
              <a:rPr sz="1800" spc="-10" dirty="0">
                <a:solidFill>
                  <a:srgbClr val="300D04"/>
                </a:solidFill>
                <a:latin typeface="Times New Roman" panose="02020603050405020304" pitchFamily="18" charset="0"/>
                <a:cs typeface="Times New Roman" panose="02020603050405020304" pitchFamily="18" charset="0"/>
              </a:rPr>
              <a:t>a</a:t>
            </a:r>
            <a:r>
              <a:rPr sz="1800" spc="-145" dirty="0">
                <a:solidFill>
                  <a:srgbClr val="300D04"/>
                </a:solidFill>
                <a:latin typeface="Times New Roman" panose="02020603050405020304" pitchFamily="18" charset="0"/>
                <a:cs typeface="Times New Roman" panose="02020603050405020304" pitchFamily="18" charset="0"/>
              </a:rPr>
              <a:t> </a:t>
            </a:r>
            <a:r>
              <a:rPr sz="1800" spc="-110" dirty="0">
                <a:solidFill>
                  <a:srgbClr val="300D04"/>
                </a:solidFill>
                <a:latin typeface="Times New Roman" panose="02020603050405020304" pitchFamily="18" charset="0"/>
                <a:cs typeface="Times New Roman" panose="02020603050405020304" pitchFamily="18" charset="0"/>
              </a:rPr>
              <a:t>landslide</a:t>
            </a:r>
            <a:r>
              <a:rPr sz="1800" spc="-60" dirty="0">
                <a:solidFill>
                  <a:srgbClr val="300D04"/>
                </a:solidFill>
                <a:latin typeface="Times New Roman" panose="02020603050405020304" pitchFamily="18" charset="0"/>
                <a:cs typeface="Times New Roman" panose="02020603050405020304" pitchFamily="18" charset="0"/>
              </a:rPr>
              <a:t> </a:t>
            </a:r>
            <a:r>
              <a:rPr sz="1800" spc="-85" dirty="0">
                <a:solidFill>
                  <a:srgbClr val="300D04"/>
                </a:solidFill>
                <a:latin typeface="Times New Roman" panose="02020603050405020304" pitchFamily="18" charset="0"/>
                <a:cs typeface="Times New Roman" panose="02020603050405020304" pitchFamily="18" charset="0"/>
              </a:rPr>
              <a:t>and</a:t>
            </a:r>
            <a:r>
              <a:rPr sz="1800" spc="-60" dirty="0">
                <a:solidFill>
                  <a:srgbClr val="300D04"/>
                </a:solidFill>
                <a:latin typeface="Times New Roman" panose="02020603050405020304" pitchFamily="18" charset="0"/>
                <a:cs typeface="Times New Roman" panose="02020603050405020304" pitchFamily="18" charset="0"/>
              </a:rPr>
              <a:t> </a:t>
            </a:r>
            <a:r>
              <a:rPr sz="1800" spc="-80" dirty="0">
                <a:solidFill>
                  <a:srgbClr val="300D04"/>
                </a:solidFill>
                <a:latin typeface="Times New Roman" panose="02020603050405020304" pitchFamily="18" charset="0"/>
                <a:cs typeface="Times New Roman" panose="02020603050405020304" pitchFamily="18" charset="0"/>
              </a:rPr>
              <a:t>thus</a:t>
            </a:r>
            <a:r>
              <a:rPr sz="1800" spc="-45" dirty="0">
                <a:solidFill>
                  <a:srgbClr val="300D04"/>
                </a:solidFill>
                <a:latin typeface="Times New Roman" panose="02020603050405020304" pitchFamily="18" charset="0"/>
                <a:cs typeface="Times New Roman" panose="02020603050405020304" pitchFamily="18" charset="0"/>
              </a:rPr>
              <a:t> </a:t>
            </a:r>
            <a:r>
              <a:rPr sz="1800" spc="-105" dirty="0">
                <a:solidFill>
                  <a:srgbClr val="300D04"/>
                </a:solidFill>
                <a:latin typeface="Times New Roman" panose="02020603050405020304" pitchFamily="18" charset="0"/>
                <a:cs typeface="Times New Roman" panose="02020603050405020304" pitchFamily="18" charset="0"/>
              </a:rPr>
              <a:t>help</a:t>
            </a:r>
            <a:r>
              <a:rPr sz="1800" dirty="0">
                <a:solidFill>
                  <a:srgbClr val="300D04"/>
                </a:solidFill>
                <a:latin typeface="Times New Roman" panose="02020603050405020304" pitchFamily="18" charset="0"/>
                <a:cs typeface="Times New Roman" panose="02020603050405020304" pitchFamily="18" charset="0"/>
              </a:rPr>
              <a:t> </a:t>
            </a:r>
            <a:r>
              <a:rPr sz="1800" spc="-65" dirty="0">
                <a:solidFill>
                  <a:srgbClr val="300D04"/>
                </a:solidFill>
                <a:latin typeface="Times New Roman" panose="02020603050405020304" pitchFamily="18" charset="0"/>
                <a:cs typeface="Times New Roman" panose="02020603050405020304" pitchFamily="18" charset="0"/>
              </a:rPr>
              <a:t>in</a:t>
            </a:r>
            <a:r>
              <a:rPr sz="1800" spc="-160" dirty="0">
                <a:solidFill>
                  <a:srgbClr val="300D04"/>
                </a:solidFill>
                <a:latin typeface="Times New Roman" panose="02020603050405020304" pitchFamily="18" charset="0"/>
                <a:cs typeface="Times New Roman" panose="02020603050405020304" pitchFamily="18" charset="0"/>
              </a:rPr>
              <a:t> </a:t>
            </a:r>
            <a:r>
              <a:rPr sz="1800" b="1" spc="-114" dirty="0">
                <a:solidFill>
                  <a:srgbClr val="300D04"/>
                </a:solidFill>
                <a:latin typeface="Times New Roman" panose="02020603050405020304" pitchFamily="18" charset="0"/>
                <a:cs typeface="Times New Roman" panose="02020603050405020304" pitchFamily="18" charset="0"/>
              </a:rPr>
              <a:t>developing</a:t>
            </a:r>
            <a:r>
              <a:rPr sz="1800" b="1" spc="-95" dirty="0">
                <a:solidFill>
                  <a:srgbClr val="300D04"/>
                </a:solidFill>
                <a:latin typeface="Times New Roman" panose="02020603050405020304" pitchFamily="18" charset="0"/>
                <a:cs typeface="Times New Roman" panose="02020603050405020304" pitchFamily="18" charset="0"/>
              </a:rPr>
              <a:t> </a:t>
            </a:r>
            <a:r>
              <a:rPr sz="1800" b="1" spc="-90" dirty="0">
                <a:solidFill>
                  <a:srgbClr val="300D04"/>
                </a:solidFill>
                <a:latin typeface="Times New Roman" panose="02020603050405020304" pitchFamily="18" charset="0"/>
                <a:cs typeface="Times New Roman" panose="02020603050405020304" pitchFamily="18" charset="0"/>
              </a:rPr>
              <a:t>an</a:t>
            </a:r>
            <a:r>
              <a:rPr sz="1800" b="1" spc="-160" dirty="0">
                <a:solidFill>
                  <a:srgbClr val="300D04"/>
                </a:solidFill>
                <a:latin typeface="Times New Roman" panose="02020603050405020304" pitchFamily="18" charset="0"/>
                <a:cs typeface="Times New Roman" panose="02020603050405020304" pitchFamily="18" charset="0"/>
              </a:rPr>
              <a:t> </a:t>
            </a:r>
            <a:r>
              <a:rPr sz="1800" b="1" spc="-105" dirty="0">
                <a:solidFill>
                  <a:srgbClr val="300D04"/>
                </a:solidFill>
                <a:latin typeface="Times New Roman" panose="02020603050405020304" pitchFamily="18" charset="0"/>
                <a:cs typeface="Times New Roman" panose="02020603050405020304" pitchFamily="18" charset="0"/>
              </a:rPr>
              <a:t>early</a:t>
            </a:r>
            <a:r>
              <a:rPr sz="1800" b="1" spc="-160" dirty="0">
                <a:solidFill>
                  <a:srgbClr val="300D04"/>
                </a:solidFill>
                <a:latin typeface="Times New Roman" panose="02020603050405020304" pitchFamily="18" charset="0"/>
                <a:cs typeface="Times New Roman" panose="02020603050405020304" pitchFamily="18" charset="0"/>
              </a:rPr>
              <a:t> </a:t>
            </a:r>
            <a:r>
              <a:rPr sz="1800" b="1" spc="-90" dirty="0">
                <a:solidFill>
                  <a:srgbClr val="300D04"/>
                </a:solidFill>
                <a:latin typeface="Times New Roman" panose="02020603050405020304" pitchFamily="18" charset="0"/>
                <a:cs typeface="Times New Roman" panose="02020603050405020304" pitchFamily="18" charset="0"/>
              </a:rPr>
              <a:t>warning</a:t>
            </a:r>
            <a:r>
              <a:rPr sz="1800" b="1" spc="-140" dirty="0">
                <a:solidFill>
                  <a:srgbClr val="300D04"/>
                </a:solidFill>
                <a:latin typeface="Times New Roman" panose="02020603050405020304" pitchFamily="18" charset="0"/>
                <a:cs typeface="Times New Roman" panose="02020603050405020304" pitchFamily="18" charset="0"/>
              </a:rPr>
              <a:t> </a:t>
            </a:r>
            <a:r>
              <a:rPr sz="1800" b="1" spc="-114" dirty="0">
                <a:solidFill>
                  <a:srgbClr val="300D04"/>
                </a:solidFill>
                <a:latin typeface="Times New Roman" panose="02020603050405020304" pitchFamily="18" charset="0"/>
                <a:cs typeface="Times New Roman" panose="02020603050405020304" pitchFamily="18" charset="0"/>
              </a:rPr>
              <a:t>system.</a:t>
            </a:r>
            <a:endParaRPr sz="1800" b="1"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152400" y="152400"/>
            <a:ext cx="1563624" cy="14081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2400" y="152400"/>
            <a:ext cx="1560576" cy="1408176"/>
          </a:xfrm>
          <a:prstGeom prst="rect">
            <a:avLst/>
          </a:prstGeom>
        </p:spPr>
      </p:pic>
      <p:sp>
        <p:nvSpPr>
          <p:cNvPr id="5" name="Rectangle 2">
            <a:extLst>
              <a:ext uri="{FF2B5EF4-FFF2-40B4-BE49-F238E27FC236}">
                <a16:creationId xmlns:a16="http://schemas.microsoft.com/office/drawing/2014/main" id="{B4E0A46D-D7F3-B5A4-B5C0-F6699FF5C7E5}"/>
              </a:ext>
            </a:extLst>
          </p:cNvPr>
          <p:cNvSpPr>
            <a:spLocks noChangeArrowheads="1"/>
          </p:cNvSpPr>
          <p:nvPr/>
        </p:nvSpPr>
        <p:spPr bwMode="auto">
          <a:xfrm>
            <a:off x="1143000" y="1752600"/>
            <a:ext cx="76962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Future Work</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Advanced Monitoring:</a:t>
            </a:r>
            <a:r>
              <a:rPr kumimoji="0" lang="en-US" altLang="en-US" b="0" i="0" u="none" strike="noStrike" cap="none" normalizeH="0" baseline="0" dirty="0">
                <a:ln>
                  <a:noFill/>
                </a:ln>
                <a:solidFill>
                  <a:schemeClr val="tx1"/>
                </a:solidFill>
                <a:effectLst/>
                <a:latin typeface="Arial" panose="020B0604020202020204" pitchFamily="34" charset="0"/>
              </a:rPr>
              <a:t> Use IoT sensors with long-range communication (LoRa/NB-IoT) for real-time monitoring in remote areas.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AI &amp; ML:</a:t>
            </a:r>
            <a:r>
              <a:rPr kumimoji="0" lang="en-US" altLang="en-US" b="0" i="0" u="none" strike="noStrike" cap="none" normalizeH="0" baseline="0" dirty="0">
                <a:ln>
                  <a:noFill/>
                </a:ln>
                <a:solidFill>
                  <a:schemeClr val="tx1"/>
                </a:solidFill>
                <a:effectLst/>
                <a:latin typeface="Arial" panose="020B0604020202020204" pitchFamily="34" charset="0"/>
              </a:rPr>
              <a:t> Apply machine learning models to predict landslides using sensor data and past records.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UAV &amp; LiDAR:</a:t>
            </a:r>
            <a:r>
              <a:rPr kumimoji="0" lang="en-US" altLang="en-US" b="0" i="0" u="none" strike="noStrike" cap="none" normalizeH="0" baseline="0" dirty="0">
                <a:ln>
                  <a:noFill/>
                </a:ln>
                <a:solidFill>
                  <a:schemeClr val="tx1"/>
                </a:solidFill>
                <a:effectLst/>
                <a:latin typeface="Arial" panose="020B0604020202020204" pitchFamily="34" charset="0"/>
              </a:rPr>
              <a:t> Use drones and LiDAR for high-resolution mapping and detection of slope changes.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9" name="Title 1">
            <a:extLst>
              <a:ext uri="{FF2B5EF4-FFF2-40B4-BE49-F238E27FC236}">
                <a16:creationId xmlns:a16="http://schemas.microsoft.com/office/drawing/2014/main" id="{A8971CCF-39DE-FDBB-618D-EE1C505F1C39}"/>
              </a:ext>
            </a:extLst>
          </p:cNvPr>
          <p:cNvSpPr txBox="1">
            <a:spLocks/>
          </p:cNvSpPr>
          <p:nvPr/>
        </p:nvSpPr>
        <p:spPr>
          <a:xfrm>
            <a:off x="1676400" y="620543"/>
            <a:ext cx="5943600" cy="706902"/>
          </a:xfrm>
          <a:prstGeom prst="rect">
            <a:avLst/>
          </a:prstGeom>
        </p:spPr>
        <p:txBody>
          <a:bodyPr>
            <a:noAutofit/>
          </a:bodyPr>
          <a:lstStyle>
            <a:lvl1pPr>
              <a:defRPr>
                <a:latin typeface="+mj-lt"/>
                <a:ea typeface="+mj-ea"/>
                <a:cs typeface="+mj-cs"/>
              </a:defRPr>
            </a:lvl1pPr>
          </a:lstStyle>
          <a:p>
            <a:r>
              <a:rPr lang="en-US" sz="4300" dirty="0" err="1">
                <a:solidFill>
                  <a:srgbClr val="0070C0"/>
                </a:solidFill>
                <a:latin typeface="Trebuchet MS" panose="020B0603020202020204" pitchFamily="34" charset="0"/>
                <a:cs typeface="Times New Roman" panose="02020603050405020304" pitchFamily="18" charset="0"/>
              </a:rPr>
              <a:t>Cont</a:t>
            </a:r>
            <a:r>
              <a:rPr lang="en-US" sz="4300" dirty="0">
                <a:solidFill>
                  <a:srgbClr val="0070C0"/>
                </a:solidFill>
                <a:latin typeface="Trebuchet MS" panose="020B0603020202020204" pitchFamily="34" charset="0"/>
                <a:cs typeface="Times New Roman" panose="02020603050405020304" pitchFamily="18" charset="0"/>
              </a:rPr>
              <a:t>…</a:t>
            </a:r>
            <a:endParaRPr lang="en-US" sz="4300" dirty="0">
              <a:latin typeface="Trebuchet MS" panose="020B060302020202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Acknowledgements</a:t>
            </a:r>
          </a:p>
        </p:txBody>
      </p:sp>
      <p:sp>
        <p:nvSpPr>
          <p:cNvPr id="4" name="object 4"/>
          <p:cNvSpPr txBox="1"/>
          <p:nvPr/>
        </p:nvSpPr>
        <p:spPr>
          <a:xfrm>
            <a:off x="1156779" y="1338651"/>
            <a:ext cx="7758621" cy="5717847"/>
          </a:xfrm>
          <a:prstGeom prst="rect">
            <a:avLst/>
          </a:prstGeom>
        </p:spPr>
        <p:txBody>
          <a:bodyPr vert="horz" wrap="square" lIns="0" tIns="12065" rIns="0" bIns="0"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800" b="1" dirty="0">
                <a:latin typeface="Times New Roman" panose="02020603050405020304" pitchFamily="18" charset="0"/>
                <a:cs typeface="Times New Roman" panose="02020603050405020304" pitchFamily="18" charset="0"/>
              </a:rPr>
              <a:t>Mr. Pratish Kannaujiya</a:t>
            </a:r>
            <a:r>
              <a:rPr lang="en-US" sz="1800" dirty="0">
                <a:latin typeface="Times New Roman" panose="02020603050405020304" pitchFamily="18" charset="0"/>
                <a:cs typeface="Times New Roman" panose="02020603050405020304" pitchFamily="18" charset="0"/>
              </a:rPr>
              <a:t>, Assistant Professor &amp; Incubation Manager (BIC), Department of Civil Engineering, for his constant guidance, valuable suggestions, motivation, and continuous support throughout the completion of this research work. His technical expertise and encouragement helped me in successfully completing this study.</a:t>
            </a:r>
          </a:p>
          <a:p>
            <a:pPr>
              <a:lnSpc>
                <a:spcPct val="150000"/>
              </a:lnSpc>
            </a:pPr>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a:p>
            <a:pPr marL="12700" marR="13335" algn="just">
              <a:lnSpc>
                <a:spcPct val="150000"/>
              </a:lnSpc>
              <a:spcBef>
                <a:spcPts val="600"/>
              </a:spcBef>
            </a:pPr>
            <a:endParaRPr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152400" y="152400"/>
            <a:ext cx="1563624" cy="14081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95" dirty="0"/>
              <a:t>References</a:t>
            </a:r>
          </a:p>
        </p:txBody>
      </p:sp>
      <p:sp>
        <p:nvSpPr>
          <p:cNvPr id="4" name="object 4"/>
          <p:cNvSpPr txBox="1">
            <a:spLocks noGrp="1"/>
          </p:cNvSpPr>
          <p:nvPr>
            <p:ph type="body" idx="1"/>
          </p:nvPr>
        </p:nvSpPr>
        <p:spPr>
          <a:xfrm>
            <a:off x="1569846" y="1294637"/>
            <a:ext cx="7421754" cy="5416483"/>
          </a:xfrm>
          <a:prstGeom prst="rect">
            <a:avLst/>
          </a:prstGeom>
        </p:spPr>
        <p:txBody>
          <a:bodyPr vert="horz" wrap="square" lIns="0" tIns="43815" rIns="0" bIns="0" rtlCol="0">
            <a:spAutoFit/>
          </a:bodyPr>
          <a:lstStyle/>
          <a:p>
            <a:pPr marL="355600" marR="26034" indent="-342900" algn="just">
              <a:lnSpc>
                <a:spcPct val="150000"/>
              </a:lnSpc>
              <a:spcBef>
                <a:spcPts val="345"/>
              </a:spcBef>
              <a:spcAft>
                <a:spcPts val="150"/>
              </a:spcAft>
              <a:buFont typeface="Arial" panose="020B0604020202020204" pitchFamily="34" charset="0"/>
              <a:buChar char="•"/>
              <a:tabLst>
                <a:tab pos="255270" algn="l"/>
              </a:tabLst>
            </a:pPr>
            <a:r>
              <a:rPr sz="1800" spc="-45" dirty="0">
                <a:latin typeface="Times New Roman" panose="02020603050405020304" pitchFamily="18" charset="0"/>
                <a:cs typeface="Times New Roman" panose="02020603050405020304" pitchFamily="18" charset="0"/>
              </a:rPr>
              <a:t>Angeli,</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a:t>
            </a:r>
            <a:r>
              <a:rPr sz="1800" spc="5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(2000).</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280" dirty="0">
                <a:latin typeface="Times New Roman" panose="02020603050405020304" pitchFamily="18" charset="0"/>
                <a:cs typeface="Times New Roman" panose="02020603050405020304" pitchFamily="18" charset="0"/>
              </a:rPr>
              <a:t> </a:t>
            </a:r>
            <a:r>
              <a:rPr sz="1800" spc="-40" dirty="0">
                <a:latin typeface="Times New Roman" panose="02020603050405020304" pitchFamily="18" charset="0"/>
                <a:cs typeface="Times New Roman" panose="02020603050405020304" pitchFamily="18" charset="0"/>
              </a:rPr>
              <a:t>critical</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review</a:t>
            </a:r>
            <a:r>
              <a:rPr sz="1800" spc="1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65"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landslide</a:t>
            </a:r>
            <a:r>
              <a:rPr sz="1800" spc="15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monitoring </a:t>
            </a:r>
            <a:r>
              <a:rPr lang="en-US" sz="1800" spc="-10" dirty="0">
                <a:latin typeface="Times New Roman" panose="02020603050405020304" pitchFamily="18" charset="0"/>
                <a:cs typeface="Times New Roman" panose="02020603050405020304" pitchFamily="18" charset="0"/>
              </a:rPr>
              <a:t>       </a:t>
            </a:r>
            <a:r>
              <a:rPr sz="1800" spc="-130" dirty="0">
                <a:latin typeface="Times New Roman" panose="02020603050405020304" pitchFamily="18" charset="0"/>
                <a:cs typeface="Times New Roman" panose="02020603050405020304" pitchFamily="18" charset="0"/>
              </a:rPr>
              <a:t>experiences.</a:t>
            </a:r>
            <a:r>
              <a:rPr sz="1800" spc="-165" dirty="0">
                <a:latin typeface="Times New Roman" panose="02020603050405020304" pitchFamily="18" charset="0"/>
                <a:cs typeface="Times New Roman" panose="02020603050405020304" pitchFamily="18" charset="0"/>
              </a:rPr>
              <a:t> </a:t>
            </a:r>
            <a:r>
              <a:rPr sz="1800" spc="-125" dirty="0">
                <a:latin typeface="Times New Roman" panose="02020603050405020304" pitchFamily="18" charset="0"/>
                <a:cs typeface="Times New Roman" panose="02020603050405020304" pitchFamily="18" charset="0"/>
              </a:rPr>
              <a:t>Engineering</a:t>
            </a:r>
            <a:r>
              <a:rPr sz="1800" spc="110" dirty="0">
                <a:latin typeface="Times New Roman" panose="02020603050405020304" pitchFamily="18" charset="0"/>
                <a:cs typeface="Times New Roman" panose="02020603050405020304" pitchFamily="18" charset="0"/>
              </a:rPr>
              <a:t> </a:t>
            </a:r>
            <a:r>
              <a:rPr sz="1800" spc="-125" dirty="0">
                <a:latin typeface="Times New Roman" panose="02020603050405020304" pitchFamily="18" charset="0"/>
                <a:cs typeface="Times New Roman" panose="02020603050405020304" pitchFamily="18" charset="0"/>
              </a:rPr>
              <a:t>Geology,</a:t>
            </a:r>
            <a:r>
              <a:rPr sz="1800" spc="-195" dirty="0">
                <a:latin typeface="Times New Roman" panose="02020603050405020304" pitchFamily="18" charset="0"/>
                <a:cs typeface="Times New Roman" panose="02020603050405020304" pitchFamily="18" charset="0"/>
              </a:rPr>
              <a:t> </a:t>
            </a:r>
            <a:r>
              <a:rPr sz="1800" spc="-80" dirty="0">
                <a:latin typeface="Times New Roman" panose="02020603050405020304" pitchFamily="18" charset="0"/>
                <a:cs typeface="Times New Roman" panose="02020603050405020304" pitchFamily="18" charset="0"/>
              </a:rPr>
              <a:t>58(1–2),</a:t>
            </a:r>
            <a:r>
              <a:rPr sz="1800" spc="-16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67–76.</a:t>
            </a:r>
          </a:p>
          <a:p>
            <a:pPr marL="355600" marR="5080" indent="-342900" algn="just">
              <a:lnSpc>
                <a:spcPct val="150000"/>
              </a:lnSpc>
              <a:spcBef>
                <a:spcPts val="530"/>
              </a:spcBef>
              <a:spcAft>
                <a:spcPts val="150"/>
              </a:spcAft>
              <a:buFont typeface="Arial" panose="020B0604020202020204" pitchFamily="34" charset="0"/>
              <a:buChar char="•"/>
              <a:tabLst>
                <a:tab pos="227965" algn="l"/>
              </a:tabLst>
            </a:pPr>
            <a:r>
              <a:rPr sz="1800" spc="-95" dirty="0">
                <a:latin typeface="Times New Roman" panose="02020603050405020304" pitchFamily="18" charset="0"/>
                <a:cs typeface="Times New Roman" panose="02020603050405020304" pitchFamily="18" charset="0"/>
              </a:rPr>
              <a:t>Guzzetti,</a:t>
            </a:r>
            <a:r>
              <a:rPr sz="1800" spc="-55" dirty="0">
                <a:latin typeface="Times New Roman" panose="02020603050405020304" pitchFamily="18" charset="0"/>
                <a:cs typeface="Times New Roman" panose="02020603050405020304" pitchFamily="18" charset="0"/>
              </a:rPr>
              <a:t> </a:t>
            </a:r>
            <a:r>
              <a:rPr sz="1800" spc="-405" dirty="0">
                <a:latin typeface="Times New Roman" panose="02020603050405020304" pitchFamily="18" charset="0"/>
                <a:cs typeface="Times New Roman" panose="02020603050405020304" pitchFamily="18" charset="0"/>
              </a:rPr>
              <a:t>F.</a:t>
            </a:r>
            <a:r>
              <a:rPr sz="1800" spc="254"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(2020).</a:t>
            </a:r>
            <a:r>
              <a:rPr sz="1800" spc="-80" dirty="0">
                <a:latin typeface="Times New Roman" panose="02020603050405020304" pitchFamily="18" charset="0"/>
                <a:cs typeface="Times New Roman" panose="02020603050405020304" pitchFamily="18" charset="0"/>
              </a:rPr>
              <a:t> </a:t>
            </a:r>
            <a:r>
              <a:rPr sz="1800" spc="-70" dirty="0">
                <a:latin typeface="Times New Roman" panose="02020603050405020304" pitchFamily="18" charset="0"/>
                <a:cs typeface="Times New Roman" panose="02020603050405020304" pitchFamily="18" charset="0"/>
              </a:rPr>
              <a:t>Geographical</a:t>
            </a:r>
            <a:r>
              <a:rPr sz="1800" spc="-80" dirty="0">
                <a:latin typeface="Times New Roman" panose="02020603050405020304" pitchFamily="18" charset="0"/>
                <a:cs typeface="Times New Roman" panose="02020603050405020304" pitchFamily="18" charset="0"/>
              </a:rPr>
              <a:t> </a:t>
            </a:r>
            <a:r>
              <a:rPr sz="1800" spc="-85" dirty="0">
                <a:latin typeface="Times New Roman" panose="02020603050405020304" pitchFamily="18" charset="0"/>
                <a:cs typeface="Times New Roman" panose="02020603050405020304" pitchFamily="18" charset="0"/>
              </a:rPr>
              <a:t>landslide</a:t>
            </a:r>
            <a:r>
              <a:rPr sz="1800" spc="-6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early</a:t>
            </a:r>
            <a:r>
              <a:rPr sz="1800" spc="-90" dirty="0">
                <a:latin typeface="Times New Roman" panose="02020603050405020304" pitchFamily="18" charset="0"/>
                <a:cs typeface="Times New Roman" panose="02020603050405020304" pitchFamily="18" charset="0"/>
              </a:rPr>
              <a:t> </a:t>
            </a:r>
            <a:r>
              <a:rPr sz="1800" spc="-30" dirty="0">
                <a:latin typeface="Times New Roman" panose="02020603050405020304" pitchFamily="18" charset="0"/>
                <a:cs typeface="Times New Roman" panose="02020603050405020304" pitchFamily="18" charset="0"/>
              </a:rPr>
              <a:t>warning</a:t>
            </a:r>
            <a:r>
              <a:rPr sz="1800" spc="60" dirty="0">
                <a:latin typeface="Times New Roman" panose="02020603050405020304" pitchFamily="18" charset="0"/>
                <a:cs typeface="Times New Roman" panose="02020603050405020304" pitchFamily="18" charset="0"/>
              </a:rPr>
              <a:t> </a:t>
            </a:r>
            <a:r>
              <a:rPr sz="1800" spc="-40" dirty="0">
                <a:latin typeface="Times New Roman" panose="02020603050405020304" pitchFamily="18" charset="0"/>
                <a:cs typeface="Times New Roman" panose="02020603050405020304" pitchFamily="18" charset="0"/>
              </a:rPr>
              <a:t>systems. </a:t>
            </a:r>
            <a:r>
              <a:rPr sz="1800" spc="-105" dirty="0">
                <a:latin typeface="Times New Roman" panose="02020603050405020304" pitchFamily="18" charset="0"/>
                <a:cs typeface="Times New Roman" panose="02020603050405020304" pitchFamily="18" charset="0"/>
              </a:rPr>
              <a:t>Engineering</a:t>
            </a:r>
            <a:r>
              <a:rPr sz="1800" spc="-114" dirty="0">
                <a:latin typeface="Times New Roman" panose="02020603050405020304" pitchFamily="18" charset="0"/>
                <a:cs typeface="Times New Roman" panose="02020603050405020304" pitchFamily="18" charset="0"/>
              </a:rPr>
              <a:t> </a:t>
            </a:r>
            <a:r>
              <a:rPr sz="1800" spc="-125" dirty="0">
                <a:latin typeface="Times New Roman" panose="02020603050405020304" pitchFamily="18" charset="0"/>
                <a:cs typeface="Times New Roman" panose="02020603050405020304" pitchFamily="18" charset="0"/>
              </a:rPr>
              <a:t>Geology,</a:t>
            </a:r>
            <a:r>
              <a:rPr sz="1800" spc="-225" dirty="0">
                <a:latin typeface="Times New Roman" panose="02020603050405020304" pitchFamily="18" charset="0"/>
                <a:cs typeface="Times New Roman" panose="02020603050405020304" pitchFamily="18" charset="0"/>
              </a:rPr>
              <a:t> </a:t>
            </a:r>
            <a:r>
              <a:rPr sz="1800" spc="-100" dirty="0">
                <a:latin typeface="Times New Roman" panose="02020603050405020304" pitchFamily="18" charset="0"/>
                <a:cs typeface="Times New Roman" panose="02020603050405020304" pitchFamily="18" charset="0"/>
              </a:rPr>
              <a:t>276,</a:t>
            </a:r>
            <a:r>
              <a:rPr sz="1800" spc="-3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105713.</a:t>
            </a:r>
          </a:p>
          <a:p>
            <a:pPr marL="355600" marR="31750" indent="-342900" algn="just">
              <a:lnSpc>
                <a:spcPct val="150000"/>
              </a:lnSpc>
              <a:spcBef>
                <a:spcPts val="620"/>
              </a:spcBef>
              <a:spcAft>
                <a:spcPts val="150"/>
              </a:spcAft>
              <a:buFont typeface="Arial" panose="020B0604020202020204" pitchFamily="34" charset="0"/>
              <a:buChar char="•"/>
              <a:tabLst>
                <a:tab pos="274320" algn="l"/>
              </a:tabLst>
            </a:pPr>
            <a:r>
              <a:rPr sz="1800" dirty="0">
                <a:latin typeface="Times New Roman" panose="02020603050405020304" pitchFamily="18" charset="0"/>
                <a:cs typeface="Times New Roman" panose="02020603050405020304" pitchFamily="18" charset="0"/>
              </a:rPr>
              <a:t>Girotto,</a:t>
            </a:r>
            <a:r>
              <a:rPr sz="1800" spc="1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t>
            </a:r>
            <a:r>
              <a:rPr sz="1800" spc="1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(2024).</a:t>
            </a:r>
            <a:r>
              <a:rPr sz="1800" spc="1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3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critical</a:t>
            </a:r>
            <a:r>
              <a:rPr sz="1800" spc="1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review</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9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digital</a:t>
            </a:r>
            <a:r>
              <a:rPr sz="1800" spc="155" dirty="0">
                <a:latin typeface="Times New Roman" panose="02020603050405020304" pitchFamily="18" charset="0"/>
                <a:cs typeface="Times New Roman" panose="02020603050405020304" pitchFamily="18" charset="0"/>
              </a:rPr>
              <a:t> </a:t>
            </a:r>
            <a:r>
              <a:rPr sz="1800" spc="-55" dirty="0">
                <a:latin typeface="Times New Roman" panose="02020603050405020304" pitchFamily="18" charset="0"/>
                <a:cs typeface="Times New Roman" panose="02020603050405020304" pitchFamily="18" charset="0"/>
              </a:rPr>
              <a:t>technology </a:t>
            </a:r>
            <a:r>
              <a:rPr sz="1800" spc="-90" dirty="0">
                <a:latin typeface="Times New Roman" panose="02020603050405020304" pitchFamily="18" charset="0"/>
                <a:cs typeface="Times New Roman" panose="02020603050405020304" pitchFamily="18" charset="0"/>
              </a:rPr>
              <a:t>innovations</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45" dirty="0">
                <a:latin typeface="Times New Roman" panose="02020603050405020304" pitchFamily="18" charset="0"/>
                <a:cs typeface="Times New Roman" panose="02020603050405020304" pitchFamily="18" charset="0"/>
              </a:rPr>
              <a:t> </a:t>
            </a:r>
            <a:r>
              <a:rPr sz="1800" spc="-110" dirty="0">
                <a:latin typeface="Times New Roman" panose="02020603050405020304" pitchFamily="18" charset="0"/>
                <a:cs typeface="Times New Roman" panose="02020603050405020304" pitchFamily="18" charset="0"/>
              </a:rPr>
              <a:t>early</a:t>
            </a:r>
            <a:r>
              <a:rPr sz="1800" spc="-40" dirty="0">
                <a:latin typeface="Times New Roman" panose="02020603050405020304" pitchFamily="18" charset="0"/>
                <a:cs typeface="Times New Roman" panose="02020603050405020304" pitchFamily="18" charset="0"/>
              </a:rPr>
              <a:t> </a:t>
            </a:r>
            <a:r>
              <a:rPr sz="1800" spc="-130" dirty="0">
                <a:latin typeface="Times New Roman" panose="02020603050405020304" pitchFamily="18" charset="0"/>
                <a:cs typeface="Times New Roman" panose="02020603050405020304" pitchFamily="18" charset="0"/>
              </a:rPr>
              <a:t>landslide</a:t>
            </a:r>
            <a:r>
              <a:rPr sz="1800" spc="-20" dirty="0">
                <a:latin typeface="Times New Roman" panose="02020603050405020304" pitchFamily="18" charset="0"/>
                <a:cs typeface="Times New Roman" panose="02020603050405020304" pitchFamily="18" charset="0"/>
              </a:rPr>
              <a:t> </a:t>
            </a:r>
            <a:r>
              <a:rPr sz="1800" spc="-95" dirty="0">
                <a:latin typeface="Times New Roman" panose="02020603050405020304" pitchFamily="18" charset="0"/>
                <a:cs typeface="Times New Roman" panose="02020603050405020304" pitchFamily="18" charset="0"/>
              </a:rPr>
              <a:t>warning</a:t>
            </a:r>
            <a:r>
              <a:rPr sz="1800" spc="-35" dirty="0">
                <a:latin typeface="Times New Roman" panose="02020603050405020304" pitchFamily="18" charset="0"/>
                <a:cs typeface="Times New Roman" panose="02020603050405020304" pitchFamily="18" charset="0"/>
              </a:rPr>
              <a:t> </a:t>
            </a:r>
            <a:r>
              <a:rPr sz="1800" spc="-150" dirty="0">
                <a:latin typeface="Times New Roman" panose="02020603050405020304" pitchFamily="18" charset="0"/>
                <a:cs typeface="Times New Roman" panose="02020603050405020304" pitchFamily="18" charset="0"/>
              </a:rPr>
              <a:t>systems.</a:t>
            </a:r>
            <a:r>
              <a:rPr sz="1800" dirty="0">
                <a:latin typeface="Times New Roman" panose="02020603050405020304" pitchFamily="18" charset="0"/>
                <a:cs typeface="Times New Roman" panose="02020603050405020304" pitchFamily="18" charset="0"/>
              </a:rPr>
              <a:t> </a:t>
            </a:r>
            <a:r>
              <a:rPr sz="1800" spc="-100" dirty="0">
                <a:latin typeface="Times New Roman" panose="02020603050405020304" pitchFamily="18" charset="0"/>
                <a:cs typeface="Times New Roman" panose="02020603050405020304" pitchFamily="18" charset="0"/>
              </a:rPr>
              <a:t>Science</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6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Total </a:t>
            </a:r>
            <a:r>
              <a:rPr sz="1800" spc="-130" dirty="0">
                <a:latin typeface="Times New Roman" panose="02020603050405020304" pitchFamily="18" charset="0"/>
                <a:cs typeface="Times New Roman" panose="02020603050405020304" pitchFamily="18" charset="0"/>
              </a:rPr>
              <a:t>Environment,</a:t>
            </a:r>
            <a:r>
              <a:rPr sz="1800" spc="-220" dirty="0">
                <a:latin typeface="Times New Roman" panose="02020603050405020304" pitchFamily="18" charset="0"/>
                <a:cs typeface="Times New Roman" panose="02020603050405020304" pitchFamily="18" charset="0"/>
              </a:rPr>
              <a:t> </a:t>
            </a:r>
            <a:r>
              <a:rPr sz="1800" spc="-100" dirty="0">
                <a:latin typeface="Times New Roman" panose="02020603050405020304" pitchFamily="18" charset="0"/>
                <a:cs typeface="Times New Roman" panose="02020603050405020304" pitchFamily="18" charset="0"/>
              </a:rPr>
              <a:t>869,</a:t>
            </a:r>
            <a:r>
              <a:rPr sz="1800" spc="-28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161674.</a:t>
            </a:r>
          </a:p>
          <a:p>
            <a:pPr marL="355600" marR="26034" indent="-342900" algn="just">
              <a:lnSpc>
                <a:spcPct val="150000"/>
              </a:lnSpc>
              <a:spcBef>
                <a:spcPts val="135"/>
              </a:spcBef>
              <a:spcAft>
                <a:spcPts val="150"/>
              </a:spcAft>
              <a:buFont typeface="Arial" panose="020B0604020202020204" pitchFamily="34" charset="0"/>
              <a:buChar char="•"/>
              <a:tabLst>
                <a:tab pos="197485" algn="l"/>
              </a:tabLst>
            </a:pPr>
            <a:r>
              <a:rPr sz="1800" spc="-140" dirty="0">
                <a:latin typeface="Times New Roman" panose="02020603050405020304" pitchFamily="18" charset="0"/>
                <a:cs typeface="Times New Roman" panose="02020603050405020304" pitchFamily="18" charset="0"/>
              </a:rPr>
              <a:t>Huang,</a:t>
            </a:r>
            <a:r>
              <a:rPr sz="1800" spc="-10" dirty="0">
                <a:latin typeface="Times New Roman" panose="02020603050405020304" pitchFamily="18" charset="0"/>
                <a:cs typeface="Times New Roman" panose="02020603050405020304" pitchFamily="18" charset="0"/>
              </a:rPr>
              <a:t> </a:t>
            </a:r>
            <a:r>
              <a:rPr sz="1800" spc="-204" dirty="0">
                <a:latin typeface="Times New Roman" panose="02020603050405020304" pitchFamily="18" charset="0"/>
                <a:cs typeface="Times New Roman" panose="02020603050405020304" pitchFamily="18" charset="0"/>
              </a:rPr>
              <a:t>G.,</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et</a:t>
            </a:r>
            <a:r>
              <a:rPr sz="1800" spc="-150" dirty="0">
                <a:latin typeface="Times New Roman" panose="02020603050405020304" pitchFamily="18" charset="0"/>
                <a:cs typeface="Times New Roman" panose="02020603050405020304" pitchFamily="18" charset="0"/>
              </a:rPr>
              <a:t> </a:t>
            </a:r>
            <a:r>
              <a:rPr sz="1800" spc="-315" dirty="0">
                <a:latin typeface="Times New Roman" panose="02020603050405020304" pitchFamily="18" charset="0"/>
                <a:cs typeface="Times New Roman" panose="02020603050405020304" pitchFamily="18" charset="0"/>
              </a:rPr>
              <a:t>al.</a:t>
            </a:r>
            <a:r>
              <a:rPr sz="1800" spc="165" dirty="0">
                <a:latin typeface="Times New Roman" panose="02020603050405020304" pitchFamily="18" charset="0"/>
                <a:cs typeface="Times New Roman" panose="02020603050405020304" pitchFamily="18" charset="0"/>
              </a:rPr>
              <a:t> </a:t>
            </a:r>
            <a:r>
              <a:rPr sz="1800" spc="-125" dirty="0">
                <a:latin typeface="Times New Roman" panose="02020603050405020304" pitchFamily="18" charset="0"/>
                <a:cs typeface="Times New Roman" panose="02020603050405020304" pitchFamily="18" charset="0"/>
              </a:rPr>
              <a:t>(2023).</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GNSS</a:t>
            </a:r>
            <a:r>
              <a:rPr sz="1800" spc="-150"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techniques</a:t>
            </a:r>
            <a:r>
              <a:rPr sz="1800" spc="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for</a:t>
            </a:r>
            <a:r>
              <a:rPr sz="1800" spc="190" dirty="0">
                <a:latin typeface="Times New Roman" panose="02020603050405020304" pitchFamily="18" charset="0"/>
                <a:cs typeface="Times New Roman" panose="02020603050405020304" pitchFamily="18" charset="0"/>
              </a:rPr>
              <a:t> </a:t>
            </a:r>
            <a:r>
              <a:rPr sz="1800" spc="-170" dirty="0">
                <a:latin typeface="Times New Roman" panose="02020603050405020304" pitchFamily="18" charset="0"/>
                <a:cs typeface="Times New Roman" panose="02020603050405020304" pitchFamily="18" charset="0"/>
              </a:rPr>
              <a:t>real-</a:t>
            </a:r>
            <a:r>
              <a:rPr sz="1800" spc="-30" dirty="0">
                <a:latin typeface="Times New Roman" panose="02020603050405020304" pitchFamily="18" charset="0"/>
                <a:cs typeface="Times New Roman" panose="02020603050405020304" pitchFamily="18" charset="0"/>
              </a:rPr>
              <a:t>time</a:t>
            </a:r>
            <a:r>
              <a:rPr sz="1800" spc="18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monitoring </a:t>
            </a:r>
            <a:r>
              <a:rPr sz="1800" spc="-70" dirty="0">
                <a:latin typeface="Times New Roman" panose="02020603050405020304" pitchFamily="18" charset="0"/>
                <a:cs typeface="Times New Roman" panose="02020603050405020304" pitchFamily="18" charset="0"/>
              </a:rPr>
              <a:t>of</a:t>
            </a:r>
            <a:r>
              <a:rPr sz="1800" spc="-5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landslides:A</a:t>
            </a:r>
            <a:r>
              <a:rPr sz="1800" spc="-75" dirty="0">
                <a:latin typeface="Times New Roman" panose="02020603050405020304" pitchFamily="18" charset="0"/>
                <a:cs typeface="Times New Roman" panose="02020603050405020304" pitchFamily="18" charset="0"/>
              </a:rPr>
              <a:t> </a:t>
            </a:r>
            <a:r>
              <a:rPr sz="1800" spc="-160" dirty="0">
                <a:latin typeface="Times New Roman" panose="02020603050405020304" pitchFamily="18" charset="0"/>
                <a:cs typeface="Times New Roman" panose="02020603050405020304" pitchFamily="18" charset="0"/>
              </a:rPr>
              <a:t>review.</a:t>
            </a:r>
            <a:r>
              <a:rPr sz="1800" spc="-295" dirty="0">
                <a:latin typeface="Times New Roman" panose="02020603050405020304" pitchFamily="18" charset="0"/>
                <a:cs typeface="Times New Roman" panose="02020603050405020304" pitchFamily="18" charset="0"/>
              </a:rPr>
              <a:t> </a:t>
            </a:r>
            <a:r>
              <a:rPr sz="1800" spc="-145" dirty="0">
                <a:latin typeface="Times New Roman" panose="02020603050405020304" pitchFamily="18" charset="0"/>
                <a:cs typeface="Times New Roman" panose="02020603050405020304" pitchFamily="18" charset="0"/>
              </a:rPr>
              <a:t>Satellite</a:t>
            </a:r>
            <a:r>
              <a:rPr sz="1800" spc="-90"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Navigation,</a:t>
            </a:r>
            <a:r>
              <a:rPr sz="1800" spc="-400" dirty="0">
                <a:latin typeface="Times New Roman" panose="02020603050405020304" pitchFamily="18" charset="0"/>
                <a:cs typeface="Times New Roman" panose="02020603050405020304" pitchFamily="18" charset="0"/>
              </a:rPr>
              <a:t> </a:t>
            </a:r>
            <a:r>
              <a:rPr sz="1800" spc="-114" dirty="0">
                <a:latin typeface="Times New Roman" panose="02020603050405020304" pitchFamily="18" charset="0"/>
                <a:cs typeface="Times New Roman" panose="02020603050405020304" pitchFamily="18" charset="0"/>
              </a:rPr>
              <a:t>4(1),</a:t>
            </a:r>
            <a:r>
              <a:rPr sz="1800" spc="-31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1–13.</a:t>
            </a:r>
          </a:p>
          <a:p>
            <a:pPr marL="355600" marR="12065" indent="-342900" algn="just">
              <a:lnSpc>
                <a:spcPct val="150000"/>
              </a:lnSpc>
              <a:spcBef>
                <a:spcPts val="595"/>
              </a:spcBef>
              <a:spcAft>
                <a:spcPts val="150"/>
              </a:spcAft>
              <a:buFont typeface="Arial" panose="020B0604020202020204" pitchFamily="34" charset="0"/>
              <a:buChar char="•"/>
              <a:tabLst>
                <a:tab pos="255904" algn="l"/>
              </a:tabLst>
            </a:pPr>
            <a:r>
              <a:rPr sz="1800" spc="-30" dirty="0" err="1">
                <a:latin typeface="Times New Roman" panose="02020603050405020304" pitchFamily="18" charset="0"/>
                <a:cs typeface="Times New Roman" panose="02020603050405020304" pitchFamily="18" charset="0"/>
              </a:rPr>
              <a:t>Namwano</a:t>
            </a:r>
            <a:r>
              <a:rPr sz="1800" spc="-30" dirty="0">
                <a:latin typeface="Times New Roman" panose="02020603050405020304" pitchFamily="18" charset="0"/>
                <a:cs typeface="Times New Roman" panose="02020603050405020304" pitchFamily="18" charset="0"/>
              </a:rPr>
              <a:t>,</a:t>
            </a:r>
            <a:r>
              <a:rPr sz="1800" spc="-7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S.,</a:t>
            </a:r>
            <a:r>
              <a:rPr sz="1800" spc="-1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et </a:t>
            </a:r>
            <a:r>
              <a:rPr sz="1800" spc="-10" dirty="0">
                <a:latin typeface="Times New Roman" panose="02020603050405020304" pitchFamily="18" charset="0"/>
                <a:cs typeface="Times New Roman" panose="02020603050405020304" pitchFamily="18" charset="0"/>
              </a:rPr>
              <a:t>al.</a:t>
            </a:r>
            <a:r>
              <a:rPr sz="1800" spc="-100"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(2024).</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Analysis</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existing</a:t>
            </a:r>
            <a:r>
              <a:rPr sz="1800" spc="-4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landslide</a:t>
            </a:r>
            <a:r>
              <a:rPr sz="1800" spc="-9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early </a:t>
            </a:r>
            <a:r>
              <a:rPr sz="1800" spc="-60" dirty="0">
                <a:latin typeface="Times New Roman" panose="02020603050405020304" pitchFamily="18" charset="0"/>
                <a:cs typeface="Times New Roman" panose="02020603050405020304" pitchFamily="18" charset="0"/>
              </a:rPr>
              <a:t>detection</a:t>
            </a:r>
            <a:r>
              <a:rPr sz="1800" spc="-9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65"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warning</a:t>
            </a:r>
            <a:r>
              <a:rPr sz="1800" spc="-15"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systems.</a:t>
            </a:r>
            <a:r>
              <a:rPr sz="1800" spc="-45"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Geoenvironmental </a:t>
            </a:r>
            <a:r>
              <a:rPr sz="1800" spc="-60" dirty="0">
                <a:latin typeface="Times New Roman" panose="02020603050405020304" pitchFamily="18" charset="0"/>
                <a:cs typeface="Times New Roman" panose="02020603050405020304" pitchFamily="18" charset="0"/>
              </a:rPr>
              <a:t>Disasters,</a:t>
            </a:r>
            <a:r>
              <a:rPr sz="1800" spc="-8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11(1), 1–14.</a:t>
            </a:r>
          </a:p>
          <a:p>
            <a:pPr marL="355600" marR="33020" indent="-342900" algn="just">
              <a:lnSpc>
                <a:spcPct val="150000"/>
              </a:lnSpc>
              <a:spcBef>
                <a:spcPts val="585"/>
              </a:spcBef>
              <a:spcAft>
                <a:spcPts val="150"/>
              </a:spcAft>
              <a:buFont typeface="Arial" panose="020B0604020202020204" pitchFamily="34" charset="0"/>
              <a:buChar char="•"/>
              <a:tabLst>
                <a:tab pos="170180" algn="l"/>
              </a:tabLst>
            </a:pPr>
            <a:r>
              <a:rPr sz="1800" spc="-170" dirty="0">
                <a:latin typeface="Times New Roman" panose="02020603050405020304" pitchFamily="18" charset="0"/>
                <a:cs typeface="Times New Roman" panose="02020603050405020304" pitchFamily="18" charset="0"/>
              </a:rPr>
              <a:t>Ragnoli,</a:t>
            </a:r>
            <a:r>
              <a:rPr sz="1800" spc="20" dirty="0">
                <a:latin typeface="Times New Roman" panose="02020603050405020304" pitchFamily="18" charset="0"/>
                <a:cs typeface="Times New Roman" panose="02020603050405020304" pitchFamily="18" charset="0"/>
              </a:rPr>
              <a:t> </a:t>
            </a:r>
            <a:r>
              <a:rPr sz="1800" spc="-305" dirty="0">
                <a:latin typeface="Times New Roman" panose="02020603050405020304" pitchFamily="18" charset="0"/>
                <a:cs typeface="Times New Roman" panose="02020603050405020304" pitchFamily="18" charset="0"/>
              </a:rPr>
              <a:t>M.,</a:t>
            </a:r>
            <a:r>
              <a:rPr sz="1800" spc="155" dirty="0">
                <a:latin typeface="Times New Roman" panose="02020603050405020304" pitchFamily="18" charset="0"/>
                <a:cs typeface="Times New Roman" panose="02020603050405020304" pitchFamily="18" charset="0"/>
              </a:rPr>
              <a:t> </a:t>
            </a:r>
            <a:r>
              <a:rPr sz="1800" spc="-145" dirty="0">
                <a:latin typeface="Times New Roman" panose="02020603050405020304" pitchFamily="18" charset="0"/>
                <a:cs typeface="Times New Roman" panose="02020603050405020304" pitchFamily="18" charset="0"/>
              </a:rPr>
              <a:t>et</a:t>
            </a:r>
            <a:r>
              <a:rPr sz="1800" spc="-5" dirty="0">
                <a:latin typeface="Times New Roman" panose="02020603050405020304" pitchFamily="18" charset="0"/>
                <a:cs typeface="Times New Roman" panose="02020603050405020304" pitchFamily="18" charset="0"/>
              </a:rPr>
              <a:t> </a:t>
            </a:r>
            <a:r>
              <a:rPr sz="1800" spc="-395" dirty="0">
                <a:latin typeface="Times New Roman" panose="02020603050405020304" pitchFamily="18" charset="0"/>
                <a:cs typeface="Times New Roman" panose="02020603050405020304" pitchFamily="18" charset="0"/>
              </a:rPr>
              <a:t>al.</a:t>
            </a:r>
            <a:r>
              <a:rPr sz="1800" spc="245" dirty="0">
                <a:latin typeface="Times New Roman" panose="02020603050405020304" pitchFamily="18" charset="0"/>
                <a:cs typeface="Times New Roman" panose="02020603050405020304" pitchFamily="18" charset="0"/>
              </a:rPr>
              <a:t> </a:t>
            </a:r>
            <a:r>
              <a:rPr sz="1800" spc="-145" dirty="0">
                <a:latin typeface="Times New Roman" panose="02020603050405020304" pitchFamily="18" charset="0"/>
                <a:cs typeface="Times New Roman" panose="02020603050405020304" pitchFamily="18" charset="0"/>
              </a:rPr>
              <a:t>(2023).</a:t>
            </a:r>
            <a:r>
              <a:rPr sz="1800" spc="-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Wireless</a:t>
            </a:r>
            <a:r>
              <a:rPr sz="1800" spc="-130" dirty="0">
                <a:latin typeface="Times New Roman" panose="02020603050405020304" pitchFamily="18" charset="0"/>
                <a:cs typeface="Times New Roman" panose="02020603050405020304" pitchFamily="18" charset="0"/>
              </a:rPr>
              <a:t> </a:t>
            </a:r>
            <a:r>
              <a:rPr sz="1800" spc="-30" dirty="0">
                <a:latin typeface="Times New Roman" panose="02020603050405020304" pitchFamily="18" charset="0"/>
                <a:cs typeface="Times New Roman" panose="02020603050405020304" pitchFamily="18" charset="0"/>
              </a:rPr>
              <a:t>sensor</a:t>
            </a:r>
            <a:r>
              <a:rPr sz="1800" spc="-25"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network-</a:t>
            </a:r>
            <a:r>
              <a:rPr sz="1800" spc="-125" dirty="0">
                <a:latin typeface="Times New Roman" panose="02020603050405020304" pitchFamily="18" charset="0"/>
                <a:cs typeface="Times New Roman" panose="02020603050405020304" pitchFamily="18" charset="0"/>
              </a:rPr>
              <a:t>based</a:t>
            </a:r>
            <a:r>
              <a:rPr sz="1800" spc="20" dirty="0">
                <a:latin typeface="Times New Roman" panose="02020603050405020304" pitchFamily="18" charset="0"/>
                <a:cs typeface="Times New Roman" panose="02020603050405020304" pitchFamily="18" charset="0"/>
              </a:rPr>
              <a:t> </a:t>
            </a:r>
            <a:r>
              <a:rPr sz="1800" spc="-165" dirty="0">
                <a:latin typeface="Times New Roman" panose="02020603050405020304" pitchFamily="18" charset="0"/>
                <a:cs typeface="Times New Roman" panose="02020603050405020304" pitchFamily="18" charset="0"/>
              </a:rPr>
              <a:t>rockfall</a:t>
            </a:r>
            <a:r>
              <a:rPr sz="1800" spc="9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and </a:t>
            </a:r>
            <a:r>
              <a:rPr sz="1800" spc="-120" dirty="0">
                <a:latin typeface="Times New Roman" panose="02020603050405020304" pitchFamily="18" charset="0"/>
                <a:cs typeface="Times New Roman" panose="02020603050405020304" pitchFamily="18" charset="0"/>
              </a:rPr>
              <a:t>landslide </a:t>
            </a:r>
            <a:r>
              <a:rPr sz="1800" spc="-95" dirty="0">
                <a:latin typeface="Times New Roman" panose="02020603050405020304" pitchFamily="18" charset="0"/>
                <a:cs typeface="Times New Roman" panose="02020603050405020304" pitchFamily="18" charset="0"/>
              </a:rPr>
              <a:t>monitoring</a:t>
            </a:r>
            <a:r>
              <a:rPr sz="1800" spc="30"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systems:A </a:t>
            </a:r>
            <a:r>
              <a:rPr sz="1800" spc="-160" dirty="0">
                <a:latin typeface="Times New Roman" panose="02020603050405020304" pitchFamily="18" charset="0"/>
                <a:cs typeface="Times New Roman" panose="02020603050405020304" pitchFamily="18" charset="0"/>
              </a:rPr>
              <a:t>review.</a:t>
            </a:r>
            <a:r>
              <a:rPr sz="1800" spc="-330" dirty="0">
                <a:latin typeface="Times New Roman" panose="02020603050405020304" pitchFamily="18" charset="0"/>
                <a:cs typeface="Times New Roman" panose="02020603050405020304" pitchFamily="18" charset="0"/>
              </a:rPr>
              <a:t> </a:t>
            </a:r>
            <a:r>
              <a:rPr sz="1800" spc="-100" dirty="0">
                <a:latin typeface="Times New Roman" panose="02020603050405020304" pitchFamily="18" charset="0"/>
                <a:cs typeface="Times New Roman" panose="02020603050405020304" pitchFamily="18" charset="0"/>
              </a:rPr>
              <a:t>Sensors,</a:t>
            </a:r>
            <a:r>
              <a:rPr sz="1800" spc="-225" dirty="0">
                <a:latin typeface="Times New Roman" panose="02020603050405020304" pitchFamily="18" charset="0"/>
                <a:cs typeface="Times New Roman" panose="02020603050405020304" pitchFamily="18" charset="0"/>
              </a:rPr>
              <a:t> </a:t>
            </a:r>
            <a:r>
              <a:rPr sz="1800" spc="-114" dirty="0">
                <a:latin typeface="Times New Roman" panose="02020603050405020304" pitchFamily="18" charset="0"/>
                <a:cs typeface="Times New Roman" panose="02020603050405020304" pitchFamily="18" charset="0"/>
              </a:rPr>
              <a:t>23(8),</a:t>
            </a:r>
            <a:r>
              <a:rPr sz="1800" spc="-28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2045.</a:t>
            </a:r>
          </a:p>
        </p:txBody>
      </p:sp>
      <p:pic>
        <p:nvPicPr>
          <p:cNvPr id="5" name="object 5"/>
          <p:cNvPicPr/>
          <p:nvPr/>
        </p:nvPicPr>
        <p:blipFill>
          <a:blip r:embed="rId2" cstate="print"/>
          <a:stretch>
            <a:fillRect/>
          </a:stretch>
        </p:blipFill>
        <p:spPr>
          <a:xfrm>
            <a:off x="152400" y="152400"/>
            <a:ext cx="1563624" cy="14081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9516" y="1776120"/>
            <a:ext cx="3780790" cy="1123950"/>
          </a:xfrm>
          <a:prstGeom prst="rect">
            <a:avLst/>
          </a:prstGeom>
        </p:spPr>
        <p:txBody>
          <a:bodyPr vert="horz" wrap="square" lIns="0" tIns="13335" rIns="0" bIns="0" rtlCol="0">
            <a:spAutoFit/>
          </a:bodyPr>
          <a:lstStyle/>
          <a:p>
            <a:pPr marL="12700">
              <a:lnSpc>
                <a:spcPct val="100000"/>
              </a:lnSpc>
              <a:spcBef>
                <a:spcPts val="105"/>
              </a:spcBef>
            </a:pPr>
            <a:r>
              <a:rPr sz="7200" spc="-285" dirty="0">
                <a:solidFill>
                  <a:srgbClr val="C00000"/>
                </a:solidFill>
              </a:rPr>
              <a:t>Thank</a:t>
            </a:r>
            <a:r>
              <a:rPr sz="7200" spc="-1540" dirty="0">
                <a:solidFill>
                  <a:srgbClr val="C00000"/>
                </a:solidFill>
              </a:rPr>
              <a:t> </a:t>
            </a:r>
            <a:r>
              <a:rPr sz="7200" spc="-1100" dirty="0">
                <a:solidFill>
                  <a:srgbClr val="C00000"/>
                </a:solidFill>
              </a:rPr>
              <a:t>Y</a:t>
            </a:r>
            <a:r>
              <a:rPr sz="7200" spc="-125" dirty="0">
                <a:solidFill>
                  <a:srgbClr val="C00000"/>
                </a:solidFill>
              </a:rPr>
              <a:t>o</a:t>
            </a:r>
            <a:r>
              <a:rPr sz="7200" spc="-130" dirty="0">
                <a:solidFill>
                  <a:srgbClr val="C00000"/>
                </a:solidFill>
              </a:rPr>
              <a:t>u</a:t>
            </a:r>
            <a:endParaRPr sz="7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TotalTime>
  <Words>1337</Words>
  <Application>Microsoft Office PowerPoint</Application>
  <PresentationFormat>On-screen Show (4:3)</PresentationFormat>
  <Paragraphs>149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MT</vt:lpstr>
      <vt:lpstr>Calibri</vt:lpstr>
      <vt:lpstr>Times New Roman</vt:lpstr>
      <vt:lpstr>Trebuchet MS</vt:lpstr>
      <vt:lpstr>Office Theme</vt:lpstr>
      <vt:lpstr>1st National Conference on Sustainable Civil Engineering &amp; Geospatial Technologies: Materials &amp; Innovations for Climate Resilience (NCRT-S CE 2026)</vt:lpstr>
      <vt:lpstr>Contents</vt:lpstr>
      <vt:lpstr>Introduction</vt:lpstr>
      <vt:lpstr>Cont…</vt:lpstr>
      <vt:lpstr>Problem Statement</vt:lpstr>
      <vt:lpstr>Objectives</vt:lpstr>
      <vt:lpstr>Literature Survey</vt:lpstr>
      <vt:lpstr>Literature Survey</vt:lpstr>
      <vt:lpstr>Proposed Solution /Methodology</vt:lpstr>
      <vt:lpstr>PowerPoint Presentation</vt:lpstr>
      <vt:lpstr>Results &amp; Analysis</vt:lpstr>
      <vt:lpstr>PowerPoint Presentation</vt:lpstr>
      <vt:lpstr>Results &amp; Analysis</vt:lpstr>
      <vt:lpstr>Conclusion &amp; Future Work</vt:lpstr>
      <vt:lpstr>PowerPoint Presentation</vt:lpstr>
      <vt:lpstr>Acknowledgements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Aditya singh</dc:creator>
  <cp:lastModifiedBy>Aditya singh</cp:lastModifiedBy>
  <cp:revision>5</cp:revision>
  <dcterms:created xsi:type="dcterms:W3CDTF">2026-04-10T05:38:45Z</dcterms:created>
  <dcterms:modified xsi:type="dcterms:W3CDTF">2026-04-14T08:51:42Z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2026-03-31T00:00:00Z</vt:filetime>
  </property>
  <property fmtid="{D5CDD505-2E9C-101B-9397-08002B2CF9AE}" pid="3" name="Creator">
    <vt:lpwstr>Microsoft® PowerPoint® 2016</vt:lpwstr>
  </property>
  <property fmtid="{D5CDD505-2E9C-101B-9397-08002B2CF9AE}" pid="4" name="LastSaved">
    <vt:filetime>2026-04-10T00:00:00Z</vt:filetime>
  </property>
  <property fmtid="{D5CDD505-2E9C-101B-9397-08002B2CF9AE}" pid="5" name="Producer">
    <vt:lpwstr>www.ilovepdf.com</vt:lpwstr>
  </property>
</Properties>
</file>